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 id="2147483696" r:id="rId3"/>
  </p:sldMasterIdLst>
  <p:notesMasterIdLst>
    <p:notesMasterId r:id="rId20"/>
  </p:notesMasterIdLst>
  <p:sldIdLst>
    <p:sldId id="266" r:id="rId4"/>
    <p:sldId id="267" r:id="rId5"/>
    <p:sldId id="277" r:id="rId6"/>
    <p:sldId id="279" r:id="rId7"/>
    <p:sldId id="285" r:id="rId8"/>
    <p:sldId id="289" r:id="rId9"/>
    <p:sldId id="311" r:id="rId10"/>
    <p:sldId id="300" r:id="rId11"/>
    <p:sldId id="312" r:id="rId12"/>
    <p:sldId id="315" r:id="rId13"/>
    <p:sldId id="291" r:id="rId14"/>
    <p:sldId id="316" r:id="rId15"/>
    <p:sldId id="287" r:id="rId16"/>
    <p:sldId id="313" r:id="rId17"/>
    <p:sldId id="314" r:id="rId18"/>
    <p:sldId id="270"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91" autoAdjust="0"/>
    <p:restoredTop sz="94660"/>
  </p:normalViewPr>
  <p:slideViewPr>
    <p:cSldViewPr>
      <p:cViewPr varScale="1">
        <p:scale>
          <a:sx n="64" d="100"/>
          <a:sy n="64" d="100"/>
        </p:scale>
        <p:origin x="82" y="36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1960BB-B63F-477F-B820-9F0AECEA6C7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a:extLst>
              <a:ext uri="{FF2B5EF4-FFF2-40B4-BE49-F238E27FC236}">
                <a16:creationId xmlns:a16="http://schemas.microsoft.com/office/drawing/2014/main" id="{2FA61F7E-D469-4844-B95C-86A3C65D19A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AE537B79-1379-41B4-BE11-327E344291AE}" type="datetimeFigureOut">
              <a:rPr lang="en-IN"/>
              <a:pPr>
                <a:defRPr/>
              </a:pPr>
              <a:t>27-03-2026</a:t>
            </a:fld>
            <a:endParaRPr lang="en-IN"/>
          </a:p>
        </p:txBody>
      </p:sp>
      <p:sp>
        <p:nvSpPr>
          <p:cNvPr id="4" name="Slide Image Placeholder 3">
            <a:extLst>
              <a:ext uri="{FF2B5EF4-FFF2-40B4-BE49-F238E27FC236}">
                <a16:creationId xmlns:a16="http://schemas.microsoft.com/office/drawing/2014/main" id="{5263E772-B801-40B9-A50A-39A5FE4DE77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90158DD1-F9E4-471B-9621-44C6FF45706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1067D28B-0E7A-4325-A465-1FF06716138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a:extLst>
              <a:ext uri="{FF2B5EF4-FFF2-40B4-BE49-F238E27FC236}">
                <a16:creationId xmlns:a16="http://schemas.microsoft.com/office/drawing/2014/main" id="{DC026FAD-359E-4981-8677-50C78F413C42}"/>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F7AD0A3-0F7E-450D-99EF-2ABA2B237460}"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3FCCC6-7CB8-CC71-39D9-BE0EB05A1777}"/>
              </a:ext>
            </a:extLst>
          </p:cNvPr>
          <p:cNvSpPr>
            <a:spLocks noGrp="1"/>
          </p:cNvSpPr>
          <p:nvPr>
            <p:ph type="dt" sz="half" idx="10"/>
          </p:nvPr>
        </p:nvSpPr>
        <p:spPr/>
        <p:txBody>
          <a:bodyPr/>
          <a:lstStyle>
            <a:lvl1pPr>
              <a:defRPr/>
            </a:lvl1pPr>
          </a:lstStyle>
          <a:p>
            <a:pPr>
              <a:defRPr/>
            </a:pPr>
            <a:fld id="{D2F94945-EA9D-4FC0-A02C-D1FB6B72B33B}" type="datetime1">
              <a:rPr lang="en-IN"/>
              <a:pPr>
                <a:defRPr/>
              </a:pPr>
              <a:t>27-03-2026</a:t>
            </a:fld>
            <a:endParaRPr lang="en-IN"/>
          </a:p>
        </p:txBody>
      </p:sp>
      <p:sp>
        <p:nvSpPr>
          <p:cNvPr id="5" name="Footer Placeholder 4">
            <a:extLst>
              <a:ext uri="{FF2B5EF4-FFF2-40B4-BE49-F238E27FC236}">
                <a16:creationId xmlns:a16="http://schemas.microsoft.com/office/drawing/2014/main" id="{FFCBE617-2E37-CD5E-586A-903423F4579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5D5B5F8A-3187-C625-C363-AC1B88EA39C1}"/>
              </a:ext>
            </a:extLst>
          </p:cNvPr>
          <p:cNvSpPr>
            <a:spLocks noGrp="1"/>
          </p:cNvSpPr>
          <p:nvPr>
            <p:ph type="sldNum" sz="quarter" idx="12"/>
          </p:nvPr>
        </p:nvSpPr>
        <p:spPr/>
        <p:txBody>
          <a:bodyPr/>
          <a:lstStyle>
            <a:lvl1pPr>
              <a:defRPr/>
            </a:lvl1pPr>
          </a:lstStyle>
          <a:p>
            <a:fld id="{94D28E1D-F3E5-4EEA-AB82-3183846CA58C}" type="slidenum">
              <a:rPr lang="en-IN" altLang="en-US"/>
              <a:pPr/>
              <a:t>‹#›</a:t>
            </a:fld>
            <a:endParaRPr lang="en-IN" altLang="en-US"/>
          </a:p>
        </p:txBody>
      </p:sp>
    </p:spTree>
    <p:extLst>
      <p:ext uri="{BB962C8B-B14F-4D97-AF65-F5344CB8AC3E}">
        <p14:creationId xmlns:p14="http://schemas.microsoft.com/office/powerpoint/2010/main" val="619662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EC911A-AD39-27A4-84F5-2DD0BF9121AB}"/>
              </a:ext>
            </a:extLst>
          </p:cNvPr>
          <p:cNvSpPr>
            <a:spLocks noGrp="1"/>
          </p:cNvSpPr>
          <p:nvPr>
            <p:ph type="dt" sz="half" idx="10"/>
          </p:nvPr>
        </p:nvSpPr>
        <p:spPr/>
        <p:txBody>
          <a:bodyPr/>
          <a:lstStyle>
            <a:lvl1pPr>
              <a:defRPr/>
            </a:lvl1pPr>
          </a:lstStyle>
          <a:p>
            <a:pPr>
              <a:defRPr/>
            </a:pPr>
            <a:fld id="{17D2F62E-18B1-474C-B9C8-F2A1E55DD1BD}" type="datetime1">
              <a:rPr lang="en-IN"/>
              <a:pPr>
                <a:defRPr/>
              </a:pPr>
              <a:t>27-03-2026</a:t>
            </a:fld>
            <a:endParaRPr lang="en-IN"/>
          </a:p>
        </p:txBody>
      </p:sp>
      <p:sp>
        <p:nvSpPr>
          <p:cNvPr id="5" name="Footer Placeholder 4">
            <a:extLst>
              <a:ext uri="{FF2B5EF4-FFF2-40B4-BE49-F238E27FC236}">
                <a16:creationId xmlns:a16="http://schemas.microsoft.com/office/drawing/2014/main" id="{CCCCDEB4-E455-0361-9D15-A4F08D915248}"/>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E85AF28-B0AD-FD5C-5517-483117DCC317}"/>
              </a:ext>
            </a:extLst>
          </p:cNvPr>
          <p:cNvSpPr>
            <a:spLocks noGrp="1"/>
          </p:cNvSpPr>
          <p:nvPr>
            <p:ph type="sldNum" sz="quarter" idx="12"/>
          </p:nvPr>
        </p:nvSpPr>
        <p:spPr/>
        <p:txBody>
          <a:bodyPr/>
          <a:lstStyle>
            <a:lvl1pPr>
              <a:defRPr/>
            </a:lvl1pPr>
          </a:lstStyle>
          <a:p>
            <a:fld id="{97DB605E-4D81-40FD-8435-3BC8430EE9B0}" type="slidenum">
              <a:rPr lang="en-IN" altLang="en-US"/>
              <a:pPr/>
              <a:t>‹#›</a:t>
            </a:fld>
            <a:endParaRPr lang="en-IN" altLang="en-US"/>
          </a:p>
        </p:txBody>
      </p:sp>
    </p:spTree>
    <p:extLst>
      <p:ext uri="{BB962C8B-B14F-4D97-AF65-F5344CB8AC3E}">
        <p14:creationId xmlns:p14="http://schemas.microsoft.com/office/powerpoint/2010/main" val="2014244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323C5E-A5FC-F35B-FF9F-F5296D954F17}"/>
              </a:ext>
            </a:extLst>
          </p:cNvPr>
          <p:cNvSpPr>
            <a:spLocks noGrp="1"/>
          </p:cNvSpPr>
          <p:nvPr>
            <p:ph type="dt" sz="half" idx="10"/>
          </p:nvPr>
        </p:nvSpPr>
        <p:spPr/>
        <p:txBody>
          <a:bodyPr/>
          <a:lstStyle>
            <a:lvl1pPr>
              <a:defRPr/>
            </a:lvl1pPr>
          </a:lstStyle>
          <a:p>
            <a:pPr>
              <a:defRPr/>
            </a:pPr>
            <a:fld id="{1B7E6E67-FECC-47A6-BAF4-9F22B8497F95}" type="datetime1">
              <a:rPr lang="en-IN"/>
              <a:pPr>
                <a:defRPr/>
              </a:pPr>
              <a:t>27-03-2026</a:t>
            </a:fld>
            <a:endParaRPr lang="en-IN"/>
          </a:p>
        </p:txBody>
      </p:sp>
      <p:sp>
        <p:nvSpPr>
          <p:cNvPr id="5" name="Footer Placeholder 4">
            <a:extLst>
              <a:ext uri="{FF2B5EF4-FFF2-40B4-BE49-F238E27FC236}">
                <a16:creationId xmlns:a16="http://schemas.microsoft.com/office/drawing/2014/main" id="{91061774-7F5C-B5C8-4748-0325E0AEA36D}"/>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CD266A27-4EDD-2410-1EF2-911CF41AF225}"/>
              </a:ext>
            </a:extLst>
          </p:cNvPr>
          <p:cNvSpPr>
            <a:spLocks noGrp="1"/>
          </p:cNvSpPr>
          <p:nvPr>
            <p:ph type="sldNum" sz="quarter" idx="12"/>
          </p:nvPr>
        </p:nvSpPr>
        <p:spPr/>
        <p:txBody>
          <a:bodyPr/>
          <a:lstStyle>
            <a:lvl1pPr>
              <a:defRPr/>
            </a:lvl1pPr>
          </a:lstStyle>
          <a:p>
            <a:fld id="{358179B5-042D-4188-B218-CBDC983B0381}" type="slidenum">
              <a:rPr lang="en-IN" altLang="en-US"/>
              <a:pPr/>
              <a:t>‹#›</a:t>
            </a:fld>
            <a:endParaRPr lang="en-IN" altLang="en-US"/>
          </a:p>
        </p:txBody>
      </p:sp>
    </p:spTree>
    <p:extLst>
      <p:ext uri="{BB962C8B-B14F-4D97-AF65-F5344CB8AC3E}">
        <p14:creationId xmlns:p14="http://schemas.microsoft.com/office/powerpoint/2010/main" val="20033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28D318FC-7129-3DFC-B425-8570CD470413}"/>
              </a:ext>
            </a:extLst>
          </p:cNvPr>
          <p:cNvSpPr>
            <a:spLocks noGrp="1"/>
          </p:cNvSpPr>
          <p:nvPr>
            <p:ph type="dt" sz="half" idx="10"/>
          </p:nvPr>
        </p:nvSpPr>
        <p:spPr/>
        <p:txBody>
          <a:bodyPr/>
          <a:lstStyle>
            <a:lvl1pPr>
              <a:defRPr/>
            </a:lvl1pPr>
          </a:lstStyle>
          <a:p>
            <a:pPr>
              <a:defRPr/>
            </a:pPr>
            <a:fld id="{6B9A9C23-2FF6-482F-92EA-5FB6CC048981}" type="datetime1">
              <a:rPr lang="en-IN"/>
              <a:pPr>
                <a:defRPr/>
              </a:pPr>
              <a:t>27-03-2026</a:t>
            </a:fld>
            <a:endParaRPr lang="en-IN"/>
          </a:p>
        </p:txBody>
      </p:sp>
      <p:sp>
        <p:nvSpPr>
          <p:cNvPr id="6" name="Footer Placeholder 4">
            <a:extLst>
              <a:ext uri="{FF2B5EF4-FFF2-40B4-BE49-F238E27FC236}">
                <a16:creationId xmlns:a16="http://schemas.microsoft.com/office/drawing/2014/main" id="{FE90CE22-4DE3-9A48-8572-0DADB4CEE6F8}"/>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AB77AA62-24EF-A142-4695-0E6E9EEF6BD4}"/>
              </a:ext>
            </a:extLst>
          </p:cNvPr>
          <p:cNvSpPr>
            <a:spLocks noGrp="1"/>
          </p:cNvSpPr>
          <p:nvPr>
            <p:ph type="sldNum" sz="quarter" idx="12"/>
          </p:nvPr>
        </p:nvSpPr>
        <p:spPr/>
        <p:txBody>
          <a:bodyPr/>
          <a:lstStyle>
            <a:lvl1pPr>
              <a:defRPr/>
            </a:lvl1pPr>
          </a:lstStyle>
          <a:p>
            <a:fld id="{95E810B4-5EDD-489A-BDC3-1946B309E08F}" type="slidenum">
              <a:rPr lang="en-IN" altLang="en-US"/>
              <a:pPr/>
              <a:t>‹#›</a:t>
            </a:fld>
            <a:endParaRPr lang="en-IN" altLang="en-US"/>
          </a:p>
        </p:txBody>
      </p:sp>
    </p:spTree>
    <p:extLst>
      <p:ext uri="{BB962C8B-B14F-4D97-AF65-F5344CB8AC3E}">
        <p14:creationId xmlns:p14="http://schemas.microsoft.com/office/powerpoint/2010/main" val="3569962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8EB45BF6-1242-1BDB-1989-91490FD436C0}"/>
              </a:ext>
            </a:extLst>
          </p:cNvPr>
          <p:cNvSpPr>
            <a:spLocks noGrp="1"/>
          </p:cNvSpPr>
          <p:nvPr>
            <p:ph type="dt" sz="half" idx="10"/>
          </p:nvPr>
        </p:nvSpPr>
        <p:spPr/>
        <p:txBody>
          <a:bodyPr/>
          <a:lstStyle>
            <a:lvl1pPr>
              <a:defRPr/>
            </a:lvl1pPr>
          </a:lstStyle>
          <a:p>
            <a:pPr>
              <a:defRPr/>
            </a:pPr>
            <a:fld id="{E55A7B69-9B7A-400C-B260-93D1EB59C3AC}" type="datetime1">
              <a:rPr lang="en-IN"/>
              <a:pPr>
                <a:defRPr/>
              </a:pPr>
              <a:t>27-03-2026</a:t>
            </a:fld>
            <a:endParaRPr lang="en-IN"/>
          </a:p>
        </p:txBody>
      </p:sp>
      <p:sp>
        <p:nvSpPr>
          <p:cNvPr id="8" name="Footer Placeholder 4">
            <a:extLst>
              <a:ext uri="{FF2B5EF4-FFF2-40B4-BE49-F238E27FC236}">
                <a16:creationId xmlns:a16="http://schemas.microsoft.com/office/drawing/2014/main" id="{025E80AF-0993-177B-5AB9-6B940805BE96}"/>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B568E73C-861A-FC28-C3BC-6D08CF134940}"/>
              </a:ext>
            </a:extLst>
          </p:cNvPr>
          <p:cNvSpPr>
            <a:spLocks noGrp="1"/>
          </p:cNvSpPr>
          <p:nvPr>
            <p:ph type="sldNum" sz="quarter" idx="12"/>
          </p:nvPr>
        </p:nvSpPr>
        <p:spPr/>
        <p:txBody>
          <a:bodyPr/>
          <a:lstStyle>
            <a:lvl1pPr>
              <a:defRPr/>
            </a:lvl1pPr>
          </a:lstStyle>
          <a:p>
            <a:fld id="{5AA75BFF-1EBC-4886-9116-97DEAD50C8AF}" type="slidenum">
              <a:rPr lang="en-IN" altLang="en-US"/>
              <a:pPr/>
              <a:t>‹#›</a:t>
            </a:fld>
            <a:endParaRPr lang="en-IN" altLang="en-US"/>
          </a:p>
        </p:txBody>
      </p:sp>
    </p:spTree>
    <p:extLst>
      <p:ext uri="{BB962C8B-B14F-4D97-AF65-F5344CB8AC3E}">
        <p14:creationId xmlns:p14="http://schemas.microsoft.com/office/powerpoint/2010/main" val="236285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827B8D58-7054-C387-6329-2A8034972B4C}"/>
              </a:ext>
            </a:extLst>
          </p:cNvPr>
          <p:cNvSpPr>
            <a:spLocks noGrp="1"/>
          </p:cNvSpPr>
          <p:nvPr>
            <p:ph type="dt" sz="half" idx="10"/>
          </p:nvPr>
        </p:nvSpPr>
        <p:spPr/>
        <p:txBody>
          <a:bodyPr/>
          <a:lstStyle>
            <a:lvl1pPr>
              <a:defRPr/>
            </a:lvl1pPr>
          </a:lstStyle>
          <a:p>
            <a:pPr>
              <a:defRPr/>
            </a:pPr>
            <a:fld id="{91DEE7ED-779B-4C79-8563-43F66035F761}" type="datetime1">
              <a:rPr lang="en-IN"/>
              <a:pPr>
                <a:defRPr/>
              </a:pPr>
              <a:t>27-03-2026</a:t>
            </a:fld>
            <a:endParaRPr lang="en-IN"/>
          </a:p>
        </p:txBody>
      </p:sp>
      <p:sp>
        <p:nvSpPr>
          <p:cNvPr id="4" name="Footer Placeholder 4">
            <a:extLst>
              <a:ext uri="{FF2B5EF4-FFF2-40B4-BE49-F238E27FC236}">
                <a16:creationId xmlns:a16="http://schemas.microsoft.com/office/drawing/2014/main" id="{13E2C7E8-42AC-4425-DFF0-35049F7D33B3}"/>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F0E5ECBF-C6B2-C92B-2A4C-77B236B1347C}"/>
              </a:ext>
            </a:extLst>
          </p:cNvPr>
          <p:cNvSpPr>
            <a:spLocks noGrp="1"/>
          </p:cNvSpPr>
          <p:nvPr>
            <p:ph type="sldNum" sz="quarter" idx="12"/>
          </p:nvPr>
        </p:nvSpPr>
        <p:spPr/>
        <p:txBody>
          <a:bodyPr/>
          <a:lstStyle>
            <a:lvl1pPr>
              <a:defRPr/>
            </a:lvl1pPr>
          </a:lstStyle>
          <a:p>
            <a:fld id="{D7C30D6D-99C5-4701-B779-9557749848C5}" type="slidenum">
              <a:rPr lang="en-IN" altLang="en-US"/>
              <a:pPr/>
              <a:t>‹#›</a:t>
            </a:fld>
            <a:endParaRPr lang="en-IN" altLang="en-US"/>
          </a:p>
        </p:txBody>
      </p:sp>
    </p:spTree>
    <p:extLst>
      <p:ext uri="{BB962C8B-B14F-4D97-AF65-F5344CB8AC3E}">
        <p14:creationId xmlns:p14="http://schemas.microsoft.com/office/powerpoint/2010/main" val="347196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B16EBD2-F5A6-2465-B97E-DE285B0CBAC0}"/>
              </a:ext>
            </a:extLst>
          </p:cNvPr>
          <p:cNvSpPr>
            <a:spLocks noGrp="1"/>
          </p:cNvSpPr>
          <p:nvPr>
            <p:ph type="dt" sz="half" idx="10"/>
          </p:nvPr>
        </p:nvSpPr>
        <p:spPr/>
        <p:txBody>
          <a:bodyPr/>
          <a:lstStyle>
            <a:lvl1pPr>
              <a:defRPr/>
            </a:lvl1pPr>
          </a:lstStyle>
          <a:p>
            <a:pPr>
              <a:defRPr/>
            </a:pPr>
            <a:fld id="{5AA83F31-68FC-495E-BB4D-0CB41B4ECF03}" type="datetime1">
              <a:rPr lang="en-IN"/>
              <a:pPr>
                <a:defRPr/>
              </a:pPr>
              <a:t>27-03-2026</a:t>
            </a:fld>
            <a:endParaRPr lang="en-IN"/>
          </a:p>
        </p:txBody>
      </p:sp>
      <p:sp>
        <p:nvSpPr>
          <p:cNvPr id="3" name="Footer Placeholder 4">
            <a:extLst>
              <a:ext uri="{FF2B5EF4-FFF2-40B4-BE49-F238E27FC236}">
                <a16:creationId xmlns:a16="http://schemas.microsoft.com/office/drawing/2014/main" id="{0F5DCFBB-B263-0372-30EA-4FDCCB21BC4D}"/>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6C125385-46E9-5400-60E4-598BDDD8516F}"/>
              </a:ext>
            </a:extLst>
          </p:cNvPr>
          <p:cNvSpPr>
            <a:spLocks noGrp="1"/>
          </p:cNvSpPr>
          <p:nvPr>
            <p:ph type="sldNum" sz="quarter" idx="12"/>
          </p:nvPr>
        </p:nvSpPr>
        <p:spPr/>
        <p:txBody>
          <a:bodyPr/>
          <a:lstStyle>
            <a:lvl1pPr>
              <a:defRPr/>
            </a:lvl1pPr>
          </a:lstStyle>
          <a:p>
            <a:fld id="{0BD8630F-A6E9-48EC-A19E-C86B250C9793}" type="slidenum">
              <a:rPr lang="en-IN" altLang="en-US"/>
              <a:pPr/>
              <a:t>‹#›</a:t>
            </a:fld>
            <a:endParaRPr lang="en-IN" altLang="en-US"/>
          </a:p>
        </p:txBody>
      </p:sp>
    </p:spTree>
    <p:extLst>
      <p:ext uri="{BB962C8B-B14F-4D97-AF65-F5344CB8AC3E}">
        <p14:creationId xmlns:p14="http://schemas.microsoft.com/office/powerpoint/2010/main" val="3293969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3471276-CDFC-C120-4910-6B39ADE1A324}"/>
              </a:ext>
            </a:extLst>
          </p:cNvPr>
          <p:cNvSpPr>
            <a:spLocks noGrp="1"/>
          </p:cNvSpPr>
          <p:nvPr>
            <p:ph type="dt" sz="half" idx="10"/>
          </p:nvPr>
        </p:nvSpPr>
        <p:spPr/>
        <p:txBody>
          <a:bodyPr/>
          <a:lstStyle>
            <a:lvl1pPr>
              <a:defRPr/>
            </a:lvl1pPr>
          </a:lstStyle>
          <a:p>
            <a:pPr>
              <a:defRPr/>
            </a:pPr>
            <a:fld id="{10818466-6A86-46AE-A085-EB5B622956F0}" type="datetime1">
              <a:rPr lang="en-IN"/>
              <a:pPr>
                <a:defRPr/>
              </a:pPr>
              <a:t>27-03-2026</a:t>
            </a:fld>
            <a:endParaRPr lang="en-IN"/>
          </a:p>
        </p:txBody>
      </p:sp>
      <p:sp>
        <p:nvSpPr>
          <p:cNvPr id="6" name="Footer Placeholder 4">
            <a:extLst>
              <a:ext uri="{FF2B5EF4-FFF2-40B4-BE49-F238E27FC236}">
                <a16:creationId xmlns:a16="http://schemas.microsoft.com/office/drawing/2014/main" id="{04F73C71-1749-7732-F782-E277783FF183}"/>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753F4555-3A31-7241-BC6E-672AC4FD6B32}"/>
              </a:ext>
            </a:extLst>
          </p:cNvPr>
          <p:cNvSpPr>
            <a:spLocks noGrp="1"/>
          </p:cNvSpPr>
          <p:nvPr>
            <p:ph type="sldNum" sz="quarter" idx="12"/>
          </p:nvPr>
        </p:nvSpPr>
        <p:spPr/>
        <p:txBody>
          <a:bodyPr/>
          <a:lstStyle>
            <a:lvl1pPr>
              <a:defRPr/>
            </a:lvl1pPr>
          </a:lstStyle>
          <a:p>
            <a:fld id="{1A1724CF-5347-4564-9E95-CEF9CF219FAC}" type="slidenum">
              <a:rPr lang="en-IN" altLang="en-US"/>
              <a:pPr/>
              <a:t>‹#›</a:t>
            </a:fld>
            <a:endParaRPr lang="en-IN" altLang="en-US"/>
          </a:p>
        </p:txBody>
      </p:sp>
    </p:spTree>
    <p:extLst>
      <p:ext uri="{BB962C8B-B14F-4D97-AF65-F5344CB8AC3E}">
        <p14:creationId xmlns:p14="http://schemas.microsoft.com/office/powerpoint/2010/main" val="845677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03E7504-A966-1E29-8E02-896975A35E13}"/>
              </a:ext>
            </a:extLst>
          </p:cNvPr>
          <p:cNvSpPr>
            <a:spLocks noGrp="1"/>
          </p:cNvSpPr>
          <p:nvPr>
            <p:ph type="dt" sz="half" idx="10"/>
          </p:nvPr>
        </p:nvSpPr>
        <p:spPr/>
        <p:txBody>
          <a:bodyPr/>
          <a:lstStyle>
            <a:lvl1pPr>
              <a:defRPr/>
            </a:lvl1pPr>
          </a:lstStyle>
          <a:p>
            <a:pPr>
              <a:defRPr/>
            </a:pPr>
            <a:fld id="{08AA3EF1-E5D7-4E0E-9306-5DF2B0341B72}" type="datetime1">
              <a:rPr lang="en-IN"/>
              <a:pPr>
                <a:defRPr/>
              </a:pPr>
              <a:t>27-03-2026</a:t>
            </a:fld>
            <a:endParaRPr lang="en-IN"/>
          </a:p>
        </p:txBody>
      </p:sp>
      <p:sp>
        <p:nvSpPr>
          <p:cNvPr id="6" name="Footer Placeholder 4">
            <a:extLst>
              <a:ext uri="{FF2B5EF4-FFF2-40B4-BE49-F238E27FC236}">
                <a16:creationId xmlns:a16="http://schemas.microsoft.com/office/drawing/2014/main" id="{D628473B-CF9B-787D-7D4C-15E4623215E0}"/>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3D34BB89-F8A9-D117-4C4D-44C9480FCEB6}"/>
              </a:ext>
            </a:extLst>
          </p:cNvPr>
          <p:cNvSpPr>
            <a:spLocks noGrp="1"/>
          </p:cNvSpPr>
          <p:nvPr>
            <p:ph type="sldNum" sz="quarter" idx="12"/>
          </p:nvPr>
        </p:nvSpPr>
        <p:spPr/>
        <p:txBody>
          <a:bodyPr/>
          <a:lstStyle>
            <a:lvl1pPr>
              <a:defRPr/>
            </a:lvl1pPr>
          </a:lstStyle>
          <a:p>
            <a:fld id="{A4E58FE1-22F8-498A-9CB3-5BD2E0471090}" type="slidenum">
              <a:rPr lang="en-IN" altLang="en-US"/>
              <a:pPr/>
              <a:t>‹#›</a:t>
            </a:fld>
            <a:endParaRPr lang="en-IN" altLang="en-US"/>
          </a:p>
        </p:txBody>
      </p:sp>
    </p:spTree>
    <p:extLst>
      <p:ext uri="{BB962C8B-B14F-4D97-AF65-F5344CB8AC3E}">
        <p14:creationId xmlns:p14="http://schemas.microsoft.com/office/powerpoint/2010/main" val="2837239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9C7846-F6ED-7CAC-6920-4DBF49B6BD55}"/>
              </a:ext>
            </a:extLst>
          </p:cNvPr>
          <p:cNvSpPr>
            <a:spLocks noGrp="1"/>
          </p:cNvSpPr>
          <p:nvPr>
            <p:ph type="dt" sz="half" idx="10"/>
          </p:nvPr>
        </p:nvSpPr>
        <p:spPr/>
        <p:txBody>
          <a:bodyPr/>
          <a:lstStyle>
            <a:lvl1pPr>
              <a:defRPr/>
            </a:lvl1pPr>
          </a:lstStyle>
          <a:p>
            <a:pPr>
              <a:defRPr/>
            </a:pPr>
            <a:fld id="{5CB7C545-E3BE-45F0-AB7E-C89CCF2CC484}" type="datetime1">
              <a:rPr lang="en-IN"/>
              <a:pPr>
                <a:defRPr/>
              </a:pPr>
              <a:t>27-03-2026</a:t>
            </a:fld>
            <a:endParaRPr lang="en-IN"/>
          </a:p>
        </p:txBody>
      </p:sp>
      <p:sp>
        <p:nvSpPr>
          <p:cNvPr id="5" name="Footer Placeholder 4">
            <a:extLst>
              <a:ext uri="{FF2B5EF4-FFF2-40B4-BE49-F238E27FC236}">
                <a16:creationId xmlns:a16="http://schemas.microsoft.com/office/drawing/2014/main" id="{A571BBBE-F7DA-BBA9-7172-28BA70868016}"/>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0C4FB0A0-62BB-1118-E766-8AA03C0A08AA}"/>
              </a:ext>
            </a:extLst>
          </p:cNvPr>
          <p:cNvSpPr>
            <a:spLocks noGrp="1"/>
          </p:cNvSpPr>
          <p:nvPr>
            <p:ph type="sldNum" sz="quarter" idx="12"/>
          </p:nvPr>
        </p:nvSpPr>
        <p:spPr/>
        <p:txBody>
          <a:bodyPr/>
          <a:lstStyle>
            <a:lvl1pPr>
              <a:defRPr/>
            </a:lvl1pPr>
          </a:lstStyle>
          <a:p>
            <a:fld id="{936BD8B8-0624-4402-A32F-B92EF91E936B}" type="slidenum">
              <a:rPr lang="en-IN" altLang="en-US"/>
              <a:pPr/>
              <a:t>‹#›</a:t>
            </a:fld>
            <a:endParaRPr lang="en-IN" altLang="en-US"/>
          </a:p>
        </p:txBody>
      </p:sp>
    </p:spTree>
    <p:extLst>
      <p:ext uri="{BB962C8B-B14F-4D97-AF65-F5344CB8AC3E}">
        <p14:creationId xmlns:p14="http://schemas.microsoft.com/office/powerpoint/2010/main" val="2537642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E9797A-91ED-BDF0-0BD7-AA8ADB592783}"/>
              </a:ext>
            </a:extLst>
          </p:cNvPr>
          <p:cNvSpPr>
            <a:spLocks noGrp="1"/>
          </p:cNvSpPr>
          <p:nvPr>
            <p:ph type="dt" sz="half" idx="10"/>
          </p:nvPr>
        </p:nvSpPr>
        <p:spPr/>
        <p:txBody>
          <a:bodyPr/>
          <a:lstStyle>
            <a:lvl1pPr>
              <a:defRPr/>
            </a:lvl1pPr>
          </a:lstStyle>
          <a:p>
            <a:pPr>
              <a:defRPr/>
            </a:pPr>
            <a:fld id="{06AC6E44-BC81-4DAA-9F6D-DF74CF2F6DF9}" type="datetime1">
              <a:rPr lang="en-IN"/>
              <a:pPr>
                <a:defRPr/>
              </a:pPr>
              <a:t>27-03-2026</a:t>
            </a:fld>
            <a:endParaRPr lang="en-IN"/>
          </a:p>
        </p:txBody>
      </p:sp>
      <p:sp>
        <p:nvSpPr>
          <p:cNvPr id="5" name="Footer Placeholder 4">
            <a:extLst>
              <a:ext uri="{FF2B5EF4-FFF2-40B4-BE49-F238E27FC236}">
                <a16:creationId xmlns:a16="http://schemas.microsoft.com/office/drawing/2014/main" id="{CA20E213-A59E-B917-81BB-96BF5D51682E}"/>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54969920-278A-B872-AF0D-62D592BBC261}"/>
              </a:ext>
            </a:extLst>
          </p:cNvPr>
          <p:cNvSpPr>
            <a:spLocks noGrp="1"/>
          </p:cNvSpPr>
          <p:nvPr>
            <p:ph type="sldNum" sz="quarter" idx="12"/>
          </p:nvPr>
        </p:nvSpPr>
        <p:spPr/>
        <p:txBody>
          <a:bodyPr/>
          <a:lstStyle>
            <a:lvl1pPr>
              <a:defRPr/>
            </a:lvl1pPr>
          </a:lstStyle>
          <a:p>
            <a:fld id="{62077A60-33D8-42D3-A944-2E67E1824176}" type="slidenum">
              <a:rPr lang="en-IN" altLang="en-US"/>
              <a:pPr/>
              <a:t>‹#›</a:t>
            </a:fld>
            <a:endParaRPr lang="en-IN" altLang="en-US"/>
          </a:p>
        </p:txBody>
      </p:sp>
    </p:spTree>
    <p:extLst>
      <p:ext uri="{BB962C8B-B14F-4D97-AF65-F5344CB8AC3E}">
        <p14:creationId xmlns:p14="http://schemas.microsoft.com/office/powerpoint/2010/main" val="1588038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23E8CA0F-F911-736C-A7EE-E77FF04CE0CC}"/>
              </a:ext>
            </a:extLst>
          </p:cNvPr>
          <p:cNvSpPr>
            <a:spLocks noGrp="1"/>
          </p:cNvSpPr>
          <p:nvPr>
            <p:ph type="dt" sz="half" idx="10"/>
          </p:nvPr>
        </p:nvSpPr>
        <p:spPr/>
        <p:txBody>
          <a:bodyPr/>
          <a:lstStyle>
            <a:lvl1pPr>
              <a:defRPr/>
            </a:lvl1pPr>
          </a:lstStyle>
          <a:p>
            <a:pPr>
              <a:defRPr/>
            </a:pPr>
            <a:fld id="{C5ED960B-003C-4C21-A869-A4BDF6E80E34}" type="datetime1">
              <a:rPr lang="en-IN"/>
              <a:pPr>
                <a:defRPr/>
              </a:pPr>
              <a:t>27-03-2026</a:t>
            </a:fld>
            <a:endParaRPr lang="en-US"/>
          </a:p>
        </p:txBody>
      </p:sp>
      <p:sp>
        <p:nvSpPr>
          <p:cNvPr id="5" name="Footer Placeholder 4">
            <a:extLst>
              <a:ext uri="{FF2B5EF4-FFF2-40B4-BE49-F238E27FC236}">
                <a16:creationId xmlns:a16="http://schemas.microsoft.com/office/drawing/2014/main" id="{0D02F4CE-24C9-C677-6E23-A89D5B5F4A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8F90F6D-3A2A-9677-CDD9-E09584B0991D}"/>
              </a:ext>
            </a:extLst>
          </p:cNvPr>
          <p:cNvSpPr>
            <a:spLocks noGrp="1"/>
          </p:cNvSpPr>
          <p:nvPr>
            <p:ph type="sldNum" sz="quarter" idx="12"/>
          </p:nvPr>
        </p:nvSpPr>
        <p:spPr/>
        <p:txBody>
          <a:bodyPr/>
          <a:lstStyle>
            <a:lvl1pPr>
              <a:defRPr/>
            </a:lvl1pPr>
          </a:lstStyle>
          <a:p>
            <a:fld id="{601D7116-BAF4-43A6-9575-1475C588F457}" type="slidenum">
              <a:rPr lang="en-US" altLang="en-US"/>
              <a:pPr/>
              <a:t>‹#›</a:t>
            </a:fld>
            <a:endParaRPr lang="en-US" altLang="en-US"/>
          </a:p>
        </p:txBody>
      </p:sp>
    </p:spTree>
    <p:extLst>
      <p:ext uri="{BB962C8B-B14F-4D97-AF65-F5344CB8AC3E}">
        <p14:creationId xmlns:p14="http://schemas.microsoft.com/office/powerpoint/2010/main" val="1382040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E5334E-F2B8-6C5E-98FD-B7D228443A55}"/>
              </a:ext>
            </a:extLst>
          </p:cNvPr>
          <p:cNvSpPr>
            <a:spLocks noGrp="1"/>
          </p:cNvSpPr>
          <p:nvPr>
            <p:ph type="dt" sz="half" idx="10"/>
          </p:nvPr>
        </p:nvSpPr>
        <p:spPr/>
        <p:txBody>
          <a:bodyPr/>
          <a:lstStyle>
            <a:lvl1pPr>
              <a:defRPr/>
            </a:lvl1pPr>
          </a:lstStyle>
          <a:p>
            <a:pPr>
              <a:defRPr/>
            </a:pPr>
            <a:fld id="{6E83EA40-BAA8-46FD-87C2-034B746FC4F3}" type="datetime1">
              <a:rPr lang="en-IN"/>
              <a:pPr>
                <a:defRPr/>
              </a:pPr>
              <a:t>27-03-2026</a:t>
            </a:fld>
            <a:endParaRPr lang="en-US"/>
          </a:p>
        </p:txBody>
      </p:sp>
      <p:sp>
        <p:nvSpPr>
          <p:cNvPr id="5" name="Footer Placeholder 4">
            <a:extLst>
              <a:ext uri="{FF2B5EF4-FFF2-40B4-BE49-F238E27FC236}">
                <a16:creationId xmlns:a16="http://schemas.microsoft.com/office/drawing/2014/main" id="{58852781-FF4E-18BA-15FC-795E28A3234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08C41D3-FD4D-FD4F-2116-A6F271177717}"/>
              </a:ext>
            </a:extLst>
          </p:cNvPr>
          <p:cNvSpPr>
            <a:spLocks noGrp="1"/>
          </p:cNvSpPr>
          <p:nvPr>
            <p:ph type="sldNum" sz="quarter" idx="12"/>
          </p:nvPr>
        </p:nvSpPr>
        <p:spPr/>
        <p:txBody>
          <a:bodyPr/>
          <a:lstStyle>
            <a:lvl1pPr>
              <a:defRPr/>
            </a:lvl1pPr>
          </a:lstStyle>
          <a:p>
            <a:fld id="{8C363EB4-1D37-4B7A-BFCF-903B821BB714}" type="slidenum">
              <a:rPr lang="en-US" altLang="en-US"/>
              <a:pPr/>
              <a:t>‹#›</a:t>
            </a:fld>
            <a:endParaRPr lang="en-US" altLang="en-US"/>
          </a:p>
        </p:txBody>
      </p:sp>
    </p:spTree>
    <p:extLst>
      <p:ext uri="{BB962C8B-B14F-4D97-AF65-F5344CB8AC3E}">
        <p14:creationId xmlns:p14="http://schemas.microsoft.com/office/powerpoint/2010/main" val="1227678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7F6731C-C1F6-BAAE-C8D3-6DD818300393}"/>
              </a:ext>
            </a:extLst>
          </p:cNvPr>
          <p:cNvSpPr>
            <a:spLocks noGrp="1"/>
          </p:cNvSpPr>
          <p:nvPr>
            <p:ph type="dt" sz="half" idx="10"/>
          </p:nvPr>
        </p:nvSpPr>
        <p:spPr/>
        <p:txBody>
          <a:bodyPr/>
          <a:lstStyle>
            <a:lvl1pPr>
              <a:defRPr/>
            </a:lvl1pPr>
          </a:lstStyle>
          <a:p>
            <a:pPr>
              <a:defRPr/>
            </a:pPr>
            <a:fld id="{43698DC3-F520-4F5C-A4E4-D946950136A3}" type="datetime1">
              <a:rPr lang="en-IN"/>
              <a:pPr>
                <a:defRPr/>
              </a:pPr>
              <a:t>27-03-2026</a:t>
            </a:fld>
            <a:endParaRPr lang="en-US"/>
          </a:p>
        </p:txBody>
      </p:sp>
      <p:sp>
        <p:nvSpPr>
          <p:cNvPr id="5" name="Footer Placeholder 4">
            <a:extLst>
              <a:ext uri="{FF2B5EF4-FFF2-40B4-BE49-F238E27FC236}">
                <a16:creationId xmlns:a16="http://schemas.microsoft.com/office/drawing/2014/main" id="{E53DCDF2-C7A9-6335-3459-6379945AA4C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F200630-C9E4-349C-DEFB-95761B944D10}"/>
              </a:ext>
            </a:extLst>
          </p:cNvPr>
          <p:cNvSpPr>
            <a:spLocks noGrp="1"/>
          </p:cNvSpPr>
          <p:nvPr>
            <p:ph type="sldNum" sz="quarter" idx="12"/>
          </p:nvPr>
        </p:nvSpPr>
        <p:spPr/>
        <p:txBody>
          <a:bodyPr/>
          <a:lstStyle>
            <a:lvl1pPr>
              <a:defRPr/>
            </a:lvl1pPr>
          </a:lstStyle>
          <a:p>
            <a:fld id="{1538CB82-80AD-445D-8DF0-C78458A370BC}" type="slidenum">
              <a:rPr lang="en-US" altLang="en-US"/>
              <a:pPr/>
              <a:t>‹#›</a:t>
            </a:fld>
            <a:endParaRPr lang="en-US" altLang="en-US"/>
          </a:p>
        </p:txBody>
      </p:sp>
    </p:spTree>
    <p:extLst>
      <p:ext uri="{BB962C8B-B14F-4D97-AF65-F5344CB8AC3E}">
        <p14:creationId xmlns:p14="http://schemas.microsoft.com/office/powerpoint/2010/main" val="646827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0ECC472A-9BEB-5F4B-2D2A-959CCB1324EE}"/>
              </a:ext>
            </a:extLst>
          </p:cNvPr>
          <p:cNvSpPr>
            <a:spLocks noGrp="1"/>
          </p:cNvSpPr>
          <p:nvPr>
            <p:ph type="dt" sz="half" idx="10"/>
          </p:nvPr>
        </p:nvSpPr>
        <p:spPr/>
        <p:txBody>
          <a:bodyPr/>
          <a:lstStyle>
            <a:lvl1pPr>
              <a:defRPr/>
            </a:lvl1pPr>
          </a:lstStyle>
          <a:p>
            <a:pPr>
              <a:defRPr/>
            </a:pPr>
            <a:fld id="{00D6E3A5-2A92-46B9-982C-8DE5758132EC}" type="datetime1">
              <a:rPr lang="en-IN"/>
              <a:pPr>
                <a:defRPr/>
              </a:pPr>
              <a:t>27-03-2026</a:t>
            </a:fld>
            <a:endParaRPr lang="en-US"/>
          </a:p>
        </p:txBody>
      </p:sp>
      <p:sp>
        <p:nvSpPr>
          <p:cNvPr id="6" name="Footer Placeholder 4">
            <a:extLst>
              <a:ext uri="{FF2B5EF4-FFF2-40B4-BE49-F238E27FC236}">
                <a16:creationId xmlns:a16="http://schemas.microsoft.com/office/drawing/2014/main" id="{E147E65A-A640-0308-0AD8-1009D225C24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D14DB40-65C5-57D7-19B6-41D8F4C2A328}"/>
              </a:ext>
            </a:extLst>
          </p:cNvPr>
          <p:cNvSpPr>
            <a:spLocks noGrp="1"/>
          </p:cNvSpPr>
          <p:nvPr>
            <p:ph type="sldNum" sz="quarter" idx="12"/>
          </p:nvPr>
        </p:nvSpPr>
        <p:spPr/>
        <p:txBody>
          <a:bodyPr/>
          <a:lstStyle>
            <a:lvl1pPr>
              <a:defRPr/>
            </a:lvl1pPr>
          </a:lstStyle>
          <a:p>
            <a:fld id="{1A648A6C-8BD1-4FC7-A1C6-344E8EFD5917}" type="slidenum">
              <a:rPr lang="en-US" altLang="en-US"/>
              <a:pPr/>
              <a:t>‹#›</a:t>
            </a:fld>
            <a:endParaRPr lang="en-US" altLang="en-US"/>
          </a:p>
        </p:txBody>
      </p:sp>
    </p:spTree>
    <p:extLst>
      <p:ext uri="{BB962C8B-B14F-4D97-AF65-F5344CB8AC3E}">
        <p14:creationId xmlns:p14="http://schemas.microsoft.com/office/powerpoint/2010/main" val="42053635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EF6A58B3-E407-80C6-BE7F-27D7FB3893A1}"/>
              </a:ext>
            </a:extLst>
          </p:cNvPr>
          <p:cNvSpPr>
            <a:spLocks noGrp="1"/>
          </p:cNvSpPr>
          <p:nvPr>
            <p:ph type="dt" sz="half" idx="10"/>
          </p:nvPr>
        </p:nvSpPr>
        <p:spPr/>
        <p:txBody>
          <a:bodyPr/>
          <a:lstStyle>
            <a:lvl1pPr>
              <a:defRPr/>
            </a:lvl1pPr>
          </a:lstStyle>
          <a:p>
            <a:pPr>
              <a:defRPr/>
            </a:pPr>
            <a:fld id="{D0FE7DD3-7801-4B0E-96A4-72585C6018B7}" type="datetime1">
              <a:rPr lang="en-IN"/>
              <a:pPr>
                <a:defRPr/>
              </a:pPr>
              <a:t>27-03-2026</a:t>
            </a:fld>
            <a:endParaRPr lang="en-US"/>
          </a:p>
        </p:txBody>
      </p:sp>
      <p:sp>
        <p:nvSpPr>
          <p:cNvPr id="8" name="Footer Placeholder 4">
            <a:extLst>
              <a:ext uri="{FF2B5EF4-FFF2-40B4-BE49-F238E27FC236}">
                <a16:creationId xmlns:a16="http://schemas.microsoft.com/office/drawing/2014/main" id="{9D43FFE9-F1BE-EAE1-C306-0BC5714F56D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003B847A-1462-F09A-01B8-3DC2B8F736BA}"/>
              </a:ext>
            </a:extLst>
          </p:cNvPr>
          <p:cNvSpPr>
            <a:spLocks noGrp="1"/>
          </p:cNvSpPr>
          <p:nvPr>
            <p:ph type="sldNum" sz="quarter" idx="12"/>
          </p:nvPr>
        </p:nvSpPr>
        <p:spPr/>
        <p:txBody>
          <a:bodyPr/>
          <a:lstStyle>
            <a:lvl1pPr>
              <a:defRPr/>
            </a:lvl1pPr>
          </a:lstStyle>
          <a:p>
            <a:fld id="{93DB2AC2-8E67-4E6F-9E5C-9D126F2147AA}" type="slidenum">
              <a:rPr lang="en-US" altLang="en-US"/>
              <a:pPr/>
              <a:t>‹#›</a:t>
            </a:fld>
            <a:endParaRPr lang="en-US" altLang="en-US"/>
          </a:p>
        </p:txBody>
      </p:sp>
    </p:spTree>
    <p:extLst>
      <p:ext uri="{BB962C8B-B14F-4D97-AF65-F5344CB8AC3E}">
        <p14:creationId xmlns:p14="http://schemas.microsoft.com/office/powerpoint/2010/main" val="32009755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9C2496E-91CE-F051-D5AF-462AD2F70230}"/>
              </a:ext>
            </a:extLst>
          </p:cNvPr>
          <p:cNvSpPr>
            <a:spLocks noGrp="1"/>
          </p:cNvSpPr>
          <p:nvPr>
            <p:ph type="dt" sz="half" idx="10"/>
          </p:nvPr>
        </p:nvSpPr>
        <p:spPr/>
        <p:txBody>
          <a:bodyPr/>
          <a:lstStyle>
            <a:lvl1pPr>
              <a:defRPr/>
            </a:lvl1pPr>
          </a:lstStyle>
          <a:p>
            <a:pPr>
              <a:defRPr/>
            </a:pPr>
            <a:fld id="{77E24B41-18A5-4150-BDE4-24D9027D4A1E}" type="datetime1">
              <a:rPr lang="en-IN"/>
              <a:pPr>
                <a:defRPr/>
              </a:pPr>
              <a:t>27-03-2026</a:t>
            </a:fld>
            <a:endParaRPr lang="en-US"/>
          </a:p>
        </p:txBody>
      </p:sp>
      <p:sp>
        <p:nvSpPr>
          <p:cNvPr id="4" name="Footer Placeholder 4">
            <a:extLst>
              <a:ext uri="{FF2B5EF4-FFF2-40B4-BE49-F238E27FC236}">
                <a16:creationId xmlns:a16="http://schemas.microsoft.com/office/drawing/2014/main" id="{5C831F9F-195A-F6CA-EADB-036D005BD59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3F8C5EF8-4975-99FE-35F2-9EE78D4F612A}"/>
              </a:ext>
            </a:extLst>
          </p:cNvPr>
          <p:cNvSpPr>
            <a:spLocks noGrp="1"/>
          </p:cNvSpPr>
          <p:nvPr>
            <p:ph type="sldNum" sz="quarter" idx="12"/>
          </p:nvPr>
        </p:nvSpPr>
        <p:spPr/>
        <p:txBody>
          <a:bodyPr/>
          <a:lstStyle>
            <a:lvl1pPr>
              <a:defRPr/>
            </a:lvl1pPr>
          </a:lstStyle>
          <a:p>
            <a:fld id="{F5A67DE6-9013-48C7-B284-DAD15C43F2AD}" type="slidenum">
              <a:rPr lang="en-US" altLang="en-US"/>
              <a:pPr/>
              <a:t>‹#›</a:t>
            </a:fld>
            <a:endParaRPr lang="en-US" altLang="en-US"/>
          </a:p>
        </p:txBody>
      </p:sp>
    </p:spTree>
    <p:extLst>
      <p:ext uri="{BB962C8B-B14F-4D97-AF65-F5344CB8AC3E}">
        <p14:creationId xmlns:p14="http://schemas.microsoft.com/office/powerpoint/2010/main" val="4182794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6CBF6A5-E4FB-7C0D-4278-72EE5F15530B}"/>
              </a:ext>
            </a:extLst>
          </p:cNvPr>
          <p:cNvSpPr>
            <a:spLocks noGrp="1"/>
          </p:cNvSpPr>
          <p:nvPr>
            <p:ph type="dt" sz="half" idx="10"/>
          </p:nvPr>
        </p:nvSpPr>
        <p:spPr/>
        <p:txBody>
          <a:bodyPr/>
          <a:lstStyle>
            <a:lvl1pPr>
              <a:defRPr/>
            </a:lvl1pPr>
          </a:lstStyle>
          <a:p>
            <a:pPr>
              <a:defRPr/>
            </a:pPr>
            <a:fld id="{A5CE4462-3D45-4BE5-B2F5-F3309987D7A0}" type="datetime1">
              <a:rPr lang="en-IN"/>
              <a:pPr>
                <a:defRPr/>
              </a:pPr>
              <a:t>27-03-2026</a:t>
            </a:fld>
            <a:endParaRPr lang="en-US"/>
          </a:p>
        </p:txBody>
      </p:sp>
      <p:sp>
        <p:nvSpPr>
          <p:cNvPr id="3" name="Footer Placeholder 4">
            <a:extLst>
              <a:ext uri="{FF2B5EF4-FFF2-40B4-BE49-F238E27FC236}">
                <a16:creationId xmlns:a16="http://schemas.microsoft.com/office/drawing/2014/main" id="{D23BBD73-D32D-564E-AC7D-68CDB79F14B8}"/>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698F53A0-FF9B-A7B3-6F70-B8178CC19939}"/>
              </a:ext>
            </a:extLst>
          </p:cNvPr>
          <p:cNvSpPr>
            <a:spLocks noGrp="1"/>
          </p:cNvSpPr>
          <p:nvPr>
            <p:ph type="sldNum" sz="quarter" idx="12"/>
          </p:nvPr>
        </p:nvSpPr>
        <p:spPr/>
        <p:txBody>
          <a:bodyPr/>
          <a:lstStyle>
            <a:lvl1pPr>
              <a:defRPr/>
            </a:lvl1pPr>
          </a:lstStyle>
          <a:p>
            <a:fld id="{995DEC98-3C12-4C7A-A51B-2646DA01D80A}" type="slidenum">
              <a:rPr lang="en-US" altLang="en-US"/>
              <a:pPr/>
              <a:t>‹#›</a:t>
            </a:fld>
            <a:endParaRPr lang="en-US" altLang="en-US"/>
          </a:p>
        </p:txBody>
      </p:sp>
    </p:spTree>
    <p:extLst>
      <p:ext uri="{BB962C8B-B14F-4D97-AF65-F5344CB8AC3E}">
        <p14:creationId xmlns:p14="http://schemas.microsoft.com/office/powerpoint/2010/main" val="11368531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09E9513-CA22-F0A8-CAFE-0C73F8E90536}"/>
              </a:ext>
            </a:extLst>
          </p:cNvPr>
          <p:cNvSpPr>
            <a:spLocks noGrp="1"/>
          </p:cNvSpPr>
          <p:nvPr>
            <p:ph type="dt" sz="half" idx="10"/>
          </p:nvPr>
        </p:nvSpPr>
        <p:spPr/>
        <p:txBody>
          <a:bodyPr/>
          <a:lstStyle>
            <a:lvl1pPr>
              <a:defRPr/>
            </a:lvl1pPr>
          </a:lstStyle>
          <a:p>
            <a:pPr>
              <a:defRPr/>
            </a:pPr>
            <a:fld id="{061A7920-E0C5-47D2-A98C-23859B4539D2}" type="datetime1">
              <a:rPr lang="en-IN"/>
              <a:pPr>
                <a:defRPr/>
              </a:pPr>
              <a:t>27-03-2026</a:t>
            </a:fld>
            <a:endParaRPr lang="en-US"/>
          </a:p>
        </p:txBody>
      </p:sp>
      <p:sp>
        <p:nvSpPr>
          <p:cNvPr id="6" name="Footer Placeholder 4">
            <a:extLst>
              <a:ext uri="{FF2B5EF4-FFF2-40B4-BE49-F238E27FC236}">
                <a16:creationId xmlns:a16="http://schemas.microsoft.com/office/drawing/2014/main" id="{03E7F5FB-6D00-579D-60AF-88AB1A1B526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84A623F-D399-2510-D394-CB2411205CCF}"/>
              </a:ext>
            </a:extLst>
          </p:cNvPr>
          <p:cNvSpPr>
            <a:spLocks noGrp="1"/>
          </p:cNvSpPr>
          <p:nvPr>
            <p:ph type="sldNum" sz="quarter" idx="12"/>
          </p:nvPr>
        </p:nvSpPr>
        <p:spPr/>
        <p:txBody>
          <a:bodyPr/>
          <a:lstStyle>
            <a:lvl1pPr>
              <a:defRPr/>
            </a:lvl1pPr>
          </a:lstStyle>
          <a:p>
            <a:fld id="{EE8706CE-CB47-49CD-B4C7-1D891632BE93}" type="slidenum">
              <a:rPr lang="en-US" altLang="en-US"/>
              <a:pPr/>
              <a:t>‹#›</a:t>
            </a:fld>
            <a:endParaRPr lang="en-US" altLang="en-US"/>
          </a:p>
        </p:txBody>
      </p:sp>
    </p:spTree>
    <p:extLst>
      <p:ext uri="{BB962C8B-B14F-4D97-AF65-F5344CB8AC3E}">
        <p14:creationId xmlns:p14="http://schemas.microsoft.com/office/powerpoint/2010/main" val="14865184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9638966-750F-CB30-5AFB-AAD6E2984872}"/>
              </a:ext>
            </a:extLst>
          </p:cNvPr>
          <p:cNvSpPr>
            <a:spLocks noGrp="1"/>
          </p:cNvSpPr>
          <p:nvPr>
            <p:ph type="dt" sz="half" idx="10"/>
          </p:nvPr>
        </p:nvSpPr>
        <p:spPr/>
        <p:txBody>
          <a:bodyPr/>
          <a:lstStyle>
            <a:lvl1pPr>
              <a:defRPr/>
            </a:lvl1pPr>
          </a:lstStyle>
          <a:p>
            <a:pPr>
              <a:defRPr/>
            </a:pPr>
            <a:fld id="{2FD88700-1326-4037-9C63-F7AA42244FE5}" type="datetime1">
              <a:rPr lang="en-IN"/>
              <a:pPr>
                <a:defRPr/>
              </a:pPr>
              <a:t>27-03-2026</a:t>
            </a:fld>
            <a:endParaRPr lang="en-US"/>
          </a:p>
        </p:txBody>
      </p:sp>
      <p:sp>
        <p:nvSpPr>
          <p:cNvPr id="6" name="Footer Placeholder 4">
            <a:extLst>
              <a:ext uri="{FF2B5EF4-FFF2-40B4-BE49-F238E27FC236}">
                <a16:creationId xmlns:a16="http://schemas.microsoft.com/office/drawing/2014/main" id="{5F542C93-226B-5DDB-9D79-AB4E87A2ABC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C7DF4F0-FBAE-B484-F622-06694E5C1CDB}"/>
              </a:ext>
            </a:extLst>
          </p:cNvPr>
          <p:cNvSpPr>
            <a:spLocks noGrp="1"/>
          </p:cNvSpPr>
          <p:nvPr>
            <p:ph type="sldNum" sz="quarter" idx="12"/>
          </p:nvPr>
        </p:nvSpPr>
        <p:spPr/>
        <p:txBody>
          <a:bodyPr/>
          <a:lstStyle>
            <a:lvl1pPr>
              <a:defRPr/>
            </a:lvl1pPr>
          </a:lstStyle>
          <a:p>
            <a:fld id="{1B2E8BF3-C0F3-491E-A924-2842903EA7A2}" type="slidenum">
              <a:rPr lang="en-US" altLang="en-US"/>
              <a:pPr/>
              <a:t>‹#›</a:t>
            </a:fld>
            <a:endParaRPr lang="en-US" altLang="en-US"/>
          </a:p>
        </p:txBody>
      </p:sp>
    </p:spTree>
    <p:extLst>
      <p:ext uri="{BB962C8B-B14F-4D97-AF65-F5344CB8AC3E}">
        <p14:creationId xmlns:p14="http://schemas.microsoft.com/office/powerpoint/2010/main" val="30183259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D6F9C5-56E1-58EC-ADD8-EAD38958DA59}"/>
              </a:ext>
            </a:extLst>
          </p:cNvPr>
          <p:cNvSpPr>
            <a:spLocks noGrp="1"/>
          </p:cNvSpPr>
          <p:nvPr>
            <p:ph type="dt" sz="half" idx="10"/>
          </p:nvPr>
        </p:nvSpPr>
        <p:spPr/>
        <p:txBody>
          <a:bodyPr/>
          <a:lstStyle>
            <a:lvl1pPr>
              <a:defRPr/>
            </a:lvl1pPr>
          </a:lstStyle>
          <a:p>
            <a:pPr>
              <a:defRPr/>
            </a:pPr>
            <a:fld id="{D42D5D1E-9036-4E7B-B6B9-D7D60F7DA5EC}" type="datetime1">
              <a:rPr lang="en-IN"/>
              <a:pPr>
                <a:defRPr/>
              </a:pPr>
              <a:t>27-03-2026</a:t>
            </a:fld>
            <a:endParaRPr lang="en-US"/>
          </a:p>
        </p:txBody>
      </p:sp>
      <p:sp>
        <p:nvSpPr>
          <p:cNvPr id="5" name="Footer Placeholder 4">
            <a:extLst>
              <a:ext uri="{FF2B5EF4-FFF2-40B4-BE49-F238E27FC236}">
                <a16:creationId xmlns:a16="http://schemas.microsoft.com/office/drawing/2014/main" id="{7E9D5465-4135-2274-B64E-4BB22A5E890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6BE4C1D-3E9D-0274-8287-DA60B90C34D2}"/>
              </a:ext>
            </a:extLst>
          </p:cNvPr>
          <p:cNvSpPr>
            <a:spLocks noGrp="1"/>
          </p:cNvSpPr>
          <p:nvPr>
            <p:ph type="sldNum" sz="quarter" idx="12"/>
          </p:nvPr>
        </p:nvSpPr>
        <p:spPr/>
        <p:txBody>
          <a:bodyPr/>
          <a:lstStyle>
            <a:lvl1pPr>
              <a:defRPr/>
            </a:lvl1pPr>
          </a:lstStyle>
          <a:p>
            <a:fld id="{DCF01FFB-8AE9-4B3E-A2DF-48A88B813CE8}" type="slidenum">
              <a:rPr lang="en-US" altLang="en-US"/>
              <a:pPr/>
              <a:t>‹#›</a:t>
            </a:fld>
            <a:endParaRPr lang="en-US" altLang="en-US"/>
          </a:p>
        </p:txBody>
      </p:sp>
    </p:spTree>
    <p:extLst>
      <p:ext uri="{BB962C8B-B14F-4D97-AF65-F5344CB8AC3E}">
        <p14:creationId xmlns:p14="http://schemas.microsoft.com/office/powerpoint/2010/main" val="1229947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5CFD5E-6CE3-6265-FF0A-BEDEB45F0800}"/>
              </a:ext>
            </a:extLst>
          </p:cNvPr>
          <p:cNvSpPr>
            <a:spLocks noGrp="1"/>
          </p:cNvSpPr>
          <p:nvPr>
            <p:ph type="dt" sz="half" idx="10"/>
          </p:nvPr>
        </p:nvSpPr>
        <p:spPr/>
        <p:txBody>
          <a:bodyPr/>
          <a:lstStyle>
            <a:lvl1pPr>
              <a:defRPr/>
            </a:lvl1pPr>
          </a:lstStyle>
          <a:p>
            <a:pPr>
              <a:defRPr/>
            </a:pPr>
            <a:fld id="{28EE5E30-0DD4-44E1-BFCE-E28014A39A1E}" type="datetime1">
              <a:rPr lang="en-IN"/>
              <a:pPr>
                <a:defRPr/>
              </a:pPr>
              <a:t>27-03-2026</a:t>
            </a:fld>
            <a:endParaRPr lang="en-US"/>
          </a:p>
        </p:txBody>
      </p:sp>
      <p:sp>
        <p:nvSpPr>
          <p:cNvPr id="5" name="Footer Placeholder 4">
            <a:extLst>
              <a:ext uri="{FF2B5EF4-FFF2-40B4-BE49-F238E27FC236}">
                <a16:creationId xmlns:a16="http://schemas.microsoft.com/office/drawing/2014/main" id="{55E0E1DB-B1D6-E6D9-8332-C47607E856A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CDC0381-9962-9396-DFAC-4FFA1B054BBE}"/>
              </a:ext>
            </a:extLst>
          </p:cNvPr>
          <p:cNvSpPr>
            <a:spLocks noGrp="1"/>
          </p:cNvSpPr>
          <p:nvPr>
            <p:ph type="sldNum" sz="quarter" idx="12"/>
          </p:nvPr>
        </p:nvSpPr>
        <p:spPr/>
        <p:txBody>
          <a:bodyPr/>
          <a:lstStyle>
            <a:lvl1pPr>
              <a:defRPr/>
            </a:lvl1pPr>
          </a:lstStyle>
          <a:p>
            <a:fld id="{92BE5A5F-6FB6-477A-BB79-21F6809CCB7A}" type="slidenum">
              <a:rPr lang="en-US" altLang="en-US"/>
              <a:pPr/>
              <a:t>‹#›</a:t>
            </a:fld>
            <a:endParaRPr lang="en-US" altLang="en-US"/>
          </a:p>
        </p:txBody>
      </p:sp>
    </p:spTree>
    <p:extLst>
      <p:ext uri="{BB962C8B-B14F-4D97-AF65-F5344CB8AC3E}">
        <p14:creationId xmlns:p14="http://schemas.microsoft.com/office/powerpoint/2010/main" val="31007555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8AD8E17-FFFE-A9C7-C69C-3FEE193DA1ED}"/>
              </a:ext>
            </a:extLst>
          </p:cNvPr>
          <p:cNvSpPr>
            <a:spLocks noGrp="1"/>
          </p:cNvSpPr>
          <p:nvPr>
            <p:ph type="dt" sz="half" idx="10"/>
          </p:nvPr>
        </p:nvSpPr>
        <p:spPr/>
        <p:txBody>
          <a:bodyPr/>
          <a:lstStyle>
            <a:lvl1pPr>
              <a:defRPr/>
            </a:lvl1pPr>
          </a:lstStyle>
          <a:p>
            <a:pPr>
              <a:defRPr/>
            </a:pPr>
            <a:fld id="{A5336407-288D-4558-8068-EA12697BE833}" type="datetime1">
              <a:rPr lang="en-IN"/>
              <a:pPr>
                <a:defRPr/>
              </a:pPr>
              <a:t>27-03-2026</a:t>
            </a:fld>
            <a:endParaRPr lang="en-US"/>
          </a:p>
        </p:txBody>
      </p:sp>
      <p:sp>
        <p:nvSpPr>
          <p:cNvPr id="5" name="Footer Placeholder 4">
            <a:extLst>
              <a:ext uri="{FF2B5EF4-FFF2-40B4-BE49-F238E27FC236}">
                <a16:creationId xmlns:a16="http://schemas.microsoft.com/office/drawing/2014/main" id="{5F9CE89C-3922-1BD7-C0EE-2063D5AF988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09D0BB8-B6C3-5E35-20CE-96FA5E28FF65}"/>
              </a:ext>
            </a:extLst>
          </p:cNvPr>
          <p:cNvSpPr>
            <a:spLocks noGrp="1"/>
          </p:cNvSpPr>
          <p:nvPr>
            <p:ph type="sldNum" sz="quarter" idx="12"/>
          </p:nvPr>
        </p:nvSpPr>
        <p:spPr/>
        <p:txBody>
          <a:bodyPr/>
          <a:lstStyle>
            <a:lvl1pPr>
              <a:defRPr/>
            </a:lvl1pPr>
          </a:lstStyle>
          <a:p>
            <a:fld id="{C312DE95-88B9-47AA-9006-6A0E0BCFEA2E}" type="slidenum">
              <a:rPr lang="en-US" altLang="en-US"/>
              <a:pPr/>
              <a:t>‹#›</a:t>
            </a:fld>
            <a:endParaRPr lang="en-US" altLang="en-US"/>
          </a:p>
        </p:txBody>
      </p:sp>
    </p:spTree>
    <p:extLst>
      <p:ext uri="{BB962C8B-B14F-4D97-AF65-F5344CB8AC3E}">
        <p14:creationId xmlns:p14="http://schemas.microsoft.com/office/powerpoint/2010/main" val="3743951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B3E3DE-E5C1-A987-0FAE-352D936A208C}"/>
              </a:ext>
            </a:extLst>
          </p:cNvPr>
          <p:cNvSpPr>
            <a:spLocks noGrp="1"/>
          </p:cNvSpPr>
          <p:nvPr>
            <p:ph type="dt" sz="half" idx="10"/>
          </p:nvPr>
        </p:nvSpPr>
        <p:spPr/>
        <p:txBody>
          <a:bodyPr/>
          <a:lstStyle>
            <a:lvl1pPr>
              <a:defRPr/>
            </a:lvl1pPr>
          </a:lstStyle>
          <a:p>
            <a:pPr>
              <a:defRPr/>
            </a:pPr>
            <a:fld id="{2EE142B6-248F-4BDE-A713-A0907ADB4092}" type="datetime1">
              <a:rPr lang="en-IN"/>
              <a:pPr>
                <a:defRPr/>
              </a:pPr>
              <a:t>27-03-2026</a:t>
            </a:fld>
            <a:endParaRPr lang="en-US"/>
          </a:p>
        </p:txBody>
      </p:sp>
      <p:sp>
        <p:nvSpPr>
          <p:cNvPr id="5" name="Footer Placeholder 4">
            <a:extLst>
              <a:ext uri="{FF2B5EF4-FFF2-40B4-BE49-F238E27FC236}">
                <a16:creationId xmlns:a16="http://schemas.microsoft.com/office/drawing/2014/main" id="{CE53B8ED-405D-32B2-A550-A257B88C62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44575BE-52CD-78B4-79AA-3FC1CD0D8E9C}"/>
              </a:ext>
            </a:extLst>
          </p:cNvPr>
          <p:cNvSpPr>
            <a:spLocks noGrp="1"/>
          </p:cNvSpPr>
          <p:nvPr>
            <p:ph type="sldNum" sz="quarter" idx="12"/>
          </p:nvPr>
        </p:nvSpPr>
        <p:spPr/>
        <p:txBody>
          <a:bodyPr/>
          <a:lstStyle>
            <a:lvl1pPr>
              <a:defRPr/>
            </a:lvl1pPr>
          </a:lstStyle>
          <a:p>
            <a:fld id="{9B932145-2A5B-4E63-8F15-1F28664F8D6E}" type="slidenum">
              <a:rPr lang="en-US" altLang="en-US"/>
              <a:pPr/>
              <a:t>‹#›</a:t>
            </a:fld>
            <a:endParaRPr lang="en-US" altLang="en-US"/>
          </a:p>
        </p:txBody>
      </p:sp>
    </p:spTree>
    <p:extLst>
      <p:ext uri="{BB962C8B-B14F-4D97-AF65-F5344CB8AC3E}">
        <p14:creationId xmlns:p14="http://schemas.microsoft.com/office/powerpoint/2010/main" val="287319118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A39934-5157-DEF8-B9D6-25EAC208FD62}"/>
              </a:ext>
            </a:extLst>
          </p:cNvPr>
          <p:cNvSpPr>
            <a:spLocks noGrp="1"/>
          </p:cNvSpPr>
          <p:nvPr>
            <p:ph type="dt" sz="half" idx="10"/>
          </p:nvPr>
        </p:nvSpPr>
        <p:spPr/>
        <p:txBody>
          <a:bodyPr/>
          <a:lstStyle>
            <a:lvl1pPr>
              <a:defRPr/>
            </a:lvl1pPr>
          </a:lstStyle>
          <a:p>
            <a:pPr>
              <a:defRPr/>
            </a:pPr>
            <a:fld id="{2E00D266-073E-4F2F-8719-F39E462D5677}" type="datetime1">
              <a:rPr lang="en-IN"/>
              <a:pPr>
                <a:defRPr/>
              </a:pPr>
              <a:t>27-03-2026</a:t>
            </a:fld>
            <a:endParaRPr lang="en-US"/>
          </a:p>
        </p:txBody>
      </p:sp>
      <p:sp>
        <p:nvSpPr>
          <p:cNvPr id="5" name="Footer Placeholder 4">
            <a:extLst>
              <a:ext uri="{FF2B5EF4-FFF2-40B4-BE49-F238E27FC236}">
                <a16:creationId xmlns:a16="http://schemas.microsoft.com/office/drawing/2014/main" id="{33AB3107-F8D3-F4AC-A697-1D7C159D8A9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8944E3A-198F-1D0D-47BE-9F608EA8C332}"/>
              </a:ext>
            </a:extLst>
          </p:cNvPr>
          <p:cNvSpPr>
            <a:spLocks noGrp="1"/>
          </p:cNvSpPr>
          <p:nvPr>
            <p:ph type="sldNum" sz="quarter" idx="12"/>
          </p:nvPr>
        </p:nvSpPr>
        <p:spPr/>
        <p:txBody>
          <a:bodyPr/>
          <a:lstStyle>
            <a:lvl1pPr>
              <a:defRPr/>
            </a:lvl1pPr>
          </a:lstStyle>
          <a:p>
            <a:fld id="{730F5B3E-A155-4418-BAA9-1DE4B3661655}" type="slidenum">
              <a:rPr lang="en-US" altLang="en-US"/>
              <a:pPr/>
              <a:t>‹#›</a:t>
            </a:fld>
            <a:endParaRPr lang="en-US" altLang="en-US"/>
          </a:p>
        </p:txBody>
      </p:sp>
    </p:spTree>
    <p:extLst>
      <p:ext uri="{BB962C8B-B14F-4D97-AF65-F5344CB8AC3E}">
        <p14:creationId xmlns:p14="http://schemas.microsoft.com/office/powerpoint/2010/main" val="4607770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D5F69F7-ED2A-EA11-B5DD-20EAF76B94BA}"/>
              </a:ext>
            </a:extLst>
          </p:cNvPr>
          <p:cNvSpPr>
            <a:spLocks noGrp="1"/>
          </p:cNvSpPr>
          <p:nvPr>
            <p:ph type="dt" sz="half" idx="10"/>
          </p:nvPr>
        </p:nvSpPr>
        <p:spPr/>
        <p:txBody>
          <a:bodyPr/>
          <a:lstStyle>
            <a:lvl1pPr>
              <a:defRPr/>
            </a:lvl1pPr>
          </a:lstStyle>
          <a:p>
            <a:pPr>
              <a:defRPr/>
            </a:pPr>
            <a:fld id="{278D9B4E-3AE9-4192-9FE0-F4FFE2D64861}" type="datetime1">
              <a:rPr lang="en-IN"/>
              <a:pPr>
                <a:defRPr/>
              </a:pPr>
              <a:t>27-03-2026</a:t>
            </a:fld>
            <a:endParaRPr lang="en-US"/>
          </a:p>
        </p:txBody>
      </p:sp>
      <p:sp>
        <p:nvSpPr>
          <p:cNvPr id="6" name="Footer Placeholder 4">
            <a:extLst>
              <a:ext uri="{FF2B5EF4-FFF2-40B4-BE49-F238E27FC236}">
                <a16:creationId xmlns:a16="http://schemas.microsoft.com/office/drawing/2014/main" id="{892DFFCB-1D99-1DD1-C9C7-00D7834A564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E58867D-8266-6904-A8E3-9AC2A4BB8769}"/>
              </a:ext>
            </a:extLst>
          </p:cNvPr>
          <p:cNvSpPr>
            <a:spLocks noGrp="1"/>
          </p:cNvSpPr>
          <p:nvPr>
            <p:ph type="sldNum" sz="quarter" idx="12"/>
          </p:nvPr>
        </p:nvSpPr>
        <p:spPr/>
        <p:txBody>
          <a:bodyPr/>
          <a:lstStyle>
            <a:lvl1pPr>
              <a:defRPr/>
            </a:lvl1pPr>
          </a:lstStyle>
          <a:p>
            <a:fld id="{26143299-6663-4246-8C16-A3BCF1A4C456}" type="slidenum">
              <a:rPr lang="en-US" altLang="en-US"/>
              <a:pPr/>
              <a:t>‹#›</a:t>
            </a:fld>
            <a:endParaRPr lang="en-US" altLang="en-US"/>
          </a:p>
        </p:txBody>
      </p:sp>
    </p:spTree>
    <p:extLst>
      <p:ext uri="{BB962C8B-B14F-4D97-AF65-F5344CB8AC3E}">
        <p14:creationId xmlns:p14="http://schemas.microsoft.com/office/powerpoint/2010/main" val="40413699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B53748F-6B95-DA4B-5C16-D317082001A1}"/>
              </a:ext>
            </a:extLst>
          </p:cNvPr>
          <p:cNvSpPr>
            <a:spLocks noGrp="1"/>
          </p:cNvSpPr>
          <p:nvPr>
            <p:ph type="dt" sz="half" idx="10"/>
          </p:nvPr>
        </p:nvSpPr>
        <p:spPr/>
        <p:txBody>
          <a:bodyPr/>
          <a:lstStyle>
            <a:lvl1pPr>
              <a:defRPr/>
            </a:lvl1pPr>
          </a:lstStyle>
          <a:p>
            <a:pPr>
              <a:defRPr/>
            </a:pPr>
            <a:fld id="{ED9A4A85-C3EF-49E7-82C9-BD5A11A2B694}" type="datetime1">
              <a:rPr lang="en-IN"/>
              <a:pPr>
                <a:defRPr/>
              </a:pPr>
              <a:t>27-03-2026</a:t>
            </a:fld>
            <a:endParaRPr lang="en-US"/>
          </a:p>
        </p:txBody>
      </p:sp>
      <p:sp>
        <p:nvSpPr>
          <p:cNvPr id="8" name="Footer Placeholder 4">
            <a:extLst>
              <a:ext uri="{FF2B5EF4-FFF2-40B4-BE49-F238E27FC236}">
                <a16:creationId xmlns:a16="http://schemas.microsoft.com/office/drawing/2014/main" id="{3C74F714-A840-BB76-070C-3E6A0FD79F3C}"/>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9F919357-5BF8-3E8A-2C15-42303DC16C84}"/>
              </a:ext>
            </a:extLst>
          </p:cNvPr>
          <p:cNvSpPr>
            <a:spLocks noGrp="1"/>
          </p:cNvSpPr>
          <p:nvPr>
            <p:ph type="sldNum" sz="quarter" idx="12"/>
          </p:nvPr>
        </p:nvSpPr>
        <p:spPr/>
        <p:txBody>
          <a:bodyPr/>
          <a:lstStyle>
            <a:lvl1pPr>
              <a:defRPr/>
            </a:lvl1pPr>
          </a:lstStyle>
          <a:p>
            <a:fld id="{CBF32F86-9CE7-4E11-8A61-43AE4BD5E878}" type="slidenum">
              <a:rPr lang="en-US" altLang="en-US"/>
              <a:pPr/>
              <a:t>‹#›</a:t>
            </a:fld>
            <a:endParaRPr lang="en-US" altLang="en-US"/>
          </a:p>
        </p:txBody>
      </p:sp>
    </p:spTree>
    <p:extLst>
      <p:ext uri="{BB962C8B-B14F-4D97-AF65-F5344CB8AC3E}">
        <p14:creationId xmlns:p14="http://schemas.microsoft.com/office/powerpoint/2010/main" val="4023532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1A7ED289-963A-9E78-1A9F-56D50FD640CD}"/>
              </a:ext>
            </a:extLst>
          </p:cNvPr>
          <p:cNvSpPr>
            <a:spLocks noGrp="1"/>
          </p:cNvSpPr>
          <p:nvPr>
            <p:ph type="dt" sz="half" idx="10"/>
          </p:nvPr>
        </p:nvSpPr>
        <p:spPr/>
        <p:txBody>
          <a:bodyPr/>
          <a:lstStyle>
            <a:lvl1pPr>
              <a:defRPr/>
            </a:lvl1pPr>
          </a:lstStyle>
          <a:p>
            <a:pPr>
              <a:defRPr/>
            </a:pPr>
            <a:fld id="{1D1092C6-9165-4AEF-9120-4AF4BBD2DCC3}" type="datetime1">
              <a:rPr lang="en-IN"/>
              <a:pPr>
                <a:defRPr/>
              </a:pPr>
              <a:t>27-03-2026</a:t>
            </a:fld>
            <a:endParaRPr lang="en-US"/>
          </a:p>
        </p:txBody>
      </p:sp>
      <p:sp>
        <p:nvSpPr>
          <p:cNvPr id="4" name="Footer Placeholder 4">
            <a:extLst>
              <a:ext uri="{FF2B5EF4-FFF2-40B4-BE49-F238E27FC236}">
                <a16:creationId xmlns:a16="http://schemas.microsoft.com/office/drawing/2014/main" id="{1D421A76-6289-35E5-D4F3-CA853EAEAC6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EB53132-0287-3C58-84FC-E43D61BF9B9A}"/>
              </a:ext>
            </a:extLst>
          </p:cNvPr>
          <p:cNvSpPr>
            <a:spLocks noGrp="1"/>
          </p:cNvSpPr>
          <p:nvPr>
            <p:ph type="sldNum" sz="quarter" idx="12"/>
          </p:nvPr>
        </p:nvSpPr>
        <p:spPr/>
        <p:txBody>
          <a:bodyPr/>
          <a:lstStyle>
            <a:lvl1pPr>
              <a:defRPr/>
            </a:lvl1pPr>
          </a:lstStyle>
          <a:p>
            <a:fld id="{38287175-697B-4EAC-8F77-20F2080A4DE5}" type="slidenum">
              <a:rPr lang="en-US" altLang="en-US"/>
              <a:pPr/>
              <a:t>‹#›</a:t>
            </a:fld>
            <a:endParaRPr lang="en-US" altLang="en-US"/>
          </a:p>
        </p:txBody>
      </p:sp>
    </p:spTree>
    <p:extLst>
      <p:ext uri="{BB962C8B-B14F-4D97-AF65-F5344CB8AC3E}">
        <p14:creationId xmlns:p14="http://schemas.microsoft.com/office/powerpoint/2010/main" val="254643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F63125F-1CBE-813E-80DF-D5F98EF5E3E9}"/>
              </a:ext>
            </a:extLst>
          </p:cNvPr>
          <p:cNvSpPr>
            <a:spLocks noGrp="1"/>
          </p:cNvSpPr>
          <p:nvPr>
            <p:ph type="dt" sz="half" idx="10"/>
          </p:nvPr>
        </p:nvSpPr>
        <p:spPr/>
        <p:txBody>
          <a:bodyPr/>
          <a:lstStyle>
            <a:lvl1pPr>
              <a:defRPr/>
            </a:lvl1pPr>
          </a:lstStyle>
          <a:p>
            <a:pPr>
              <a:defRPr/>
            </a:pPr>
            <a:fld id="{4A2E3D7F-6A16-4D7B-AA86-FB12E2E41A15}" type="datetime1">
              <a:rPr lang="en-IN"/>
              <a:pPr>
                <a:defRPr/>
              </a:pPr>
              <a:t>27-03-2026</a:t>
            </a:fld>
            <a:endParaRPr lang="en-US"/>
          </a:p>
        </p:txBody>
      </p:sp>
      <p:sp>
        <p:nvSpPr>
          <p:cNvPr id="3" name="Footer Placeholder 4">
            <a:extLst>
              <a:ext uri="{FF2B5EF4-FFF2-40B4-BE49-F238E27FC236}">
                <a16:creationId xmlns:a16="http://schemas.microsoft.com/office/drawing/2014/main" id="{3C0225E1-5E8F-95A0-433F-8E26252612D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1AF2636-2759-88EB-F37E-9AF11068F43B}"/>
              </a:ext>
            </a:extLst>
          </p:cNvPr>
          <p:cNvSpPr>
            <a:spLocks noGrp="1"/>
          </p:cNvSpPr>
          <p:nvPr>
            <p:ph type="sldNum" sz="quarter" idx="12"/>
          </p:nvPr>
        </p:nvSpPr>
        <p:spPr/>
        <p:txBody>
          <a:bodyPr/>
          <a:lstStyle>
            <a:lvl1pPr>
              <a:defRPr/>
            </a:lvl1pPr>
          </a:lstStyle>
          <a:p>
            <a:fld id="{8768AD38-2627-4F1F-A6CE-A8927B33CF45}" type="slidenum">
              <a:rPr lang="en-US" altLang="en-US"/>
              <a:pPr/>
              <a:t>‹#›</a:t>
            </a:fld>
            <a:endParaRPr lang="en-US" altLang="en-US"/>
          </a:p>
        </p:txBody>
      </p:sp>
    </p:spTree>
    <p:extLst>
      <p:ext uri="{BB962C8B-B14F-4D97-AF65-F5344CB8AC3E}">
        <p14:creationId xmlns:p14="http://schemas.microsoft.com/office/powerpoint/2010/main" val="110495752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6742E58-565C-00B3-F797-6617325E8110}"/>
              </a:ext>
            </a:extLst>
          </p:cNvPr>
          <p:cNvSpPr>
            <a:spLocks noGrp="1"/>
          </p:cNvSpPr>
          <p:nvPr>
            <p:ph type="dt" sz="half" idx="10"/>
          </p:nvPr>
        </p:nvSpPr>
        <p:spPr/>
        <p:txBody>
          <a:bodyPr/>
          <a:lstStyle>
            <a:lvl1pPr>
              <a:defRPr/>
            </a:lvl1pPr>
          </a:lstStyle>
          <a:p>
            <a:pPr>
              <a:defRPr/>
            </a:pPr>
            <a:fld id="{1F11446E-F500-41DF-BD8B-6A0147B21A3D}" type="datetime1">
              <a:rPr lang="en-IN"/>
              <a:pPr>
                <a:defRPr/>
              </a:pPr>
              <a:t>27-03-2026</a:t>
            </a:fld>
            <a:endParaRPr lang="en-US"/>
          </a:p>
        </p:txBody>
      </p:sp>
      <p:sp>
        <p:nvSpPr>
          <p:cNvPr id="6" name="Footer Placeholder 4">
            <a:extLst>
              <a:ext uri="{FF2B5EF4-FFF2-40B4-BE49-F238E27FC236}">
                <a16:creationId xmlns:a16="http://schemas.microsoft.com/office/drawing/2014/main" id="{E3D4785F-797E-18E5-4A22-F08A1A6B403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688F5C9-8A8A-4D0C-3293-46443FE8CB09}"/>
              </a:ext>
            </a:extLst>
          </p:cNvPr>
          <p:cNvSpPr>
            <a:spLocks noGrp="1"/>
          </p:cNvSpPr>
          <p:nvPr>
            <p:ph type="sldNum" sz="quarter" idx="12"/>
          </p:nvPr>
        </p:nvSpPr>
        <p:spPr/>
        <p:txBody>
          <a:bodyPr/>
          <a:lstStyle>
            <a:lvl1pPr>
              <a:defRPr/>
            </a:lvl1pPr>
          </a:lstStyle>
          <a:p>
            <a:fld id="{93F69347-20BE-46DF-AB35-39F11F54E0E7}" type="slidenum">
              <a:rPr lang="en-US" altLang="en-US"/>
              <a:pPr/>
              <a:t>‹#›</a:t>
            </a:fld>
            <a:endParaRPr lang="en-US" altLang="en-US"/>
          </a:p>
        </p:txBody>
      </p:sp>
    </p:spTree>
    <p:extLst>
      <p:ext uri="{BB962C8B-B14F-4D97-AF65-F5344CB8AC3E}">
        <p14:creationId xmlns:p14="http://schemas.microsoft.com/office/powerpoint/2010/main" val="3184729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738B38C-E65A-1283-3FDA-C1433D6486B4}"/>
              </a:ext>
            </a:extLst>
          </p:cNvPr>
          <p:cNvSpPr>
            <a:spLocks noGrp="1"/>
          </p:cNvSpPr>
          <p:nvPr>
            <p:ph type="dt" sz="half" idx="10"/>
          </p:nvPr>
        </p:nvSpPr>
        <p:spPr/>
        <p:txBody>
          <a:bodyPr/>
          <a:lstStyle>
            <a:lvl1pPr>
              <a:defRPr/>
            </a:lvl1pPr>
          </a:lstStyle>
          <a:p>
            <a:pPr>
              <a:defRPr/>
            </a:pPr>
            <a:fld id="{1EEAAD62-8946-4E4A-BBDD-8B6AD86BB318}" type="datetime1">
              <a:rPr lang="en-IN"/>
              <a:pPr>
                <a:defRPr/>
              </a:pPr>
              <a:t>27-03-2026</a:t>
            </a:fld>
            <a:endParaRPr lang="en-US"/>
          </a:p>
        </p:txBody>
      </p:sp>
      <p:sp>
        <p:nvSpPr>
          <p:cNvPr id="6" name="Footer Placeholder 4">
            <a:extLst>
              <a:ext uri="{FF2B5EF4-FFF2-40B4-BE49-F238E27FC236}">
                <a16:creationId xmlns:a16="http://schemas.microsoft.com/office/drawing/2014/main" id="{5C797B64-34A2-B1FF-5370-F007377C2B5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E94EA00-6225-F9B5-2B96-177DCCF3CA7F}"/>
              </a:ext>
            </a:extLst>
          </p:cNvPr>
          <p:cNvSpPr>
            <a:spLocks noGrp="1"/>
          </p:cNvSpPr>
          <p:nvPr>
            <p:ph type="sldNum" sz="quarter" idx="12"/>
          </p:nvPr>
        </p:nvSpPr>
        <p:spPr/>
        <p:txBody>
          <a:bodyPr/>
          <a:lstStyle>
            <a:lvl1pPr>
              <a:defRPr/>
            </a:lvl1pPr>
          </a:lstStyle>
          <a:p>
            <a:fld id="{140404B8-9B46-4444-8E4B-E2FB7C762CB3}" type="slidenum">
              <a:rPr lang="en-US" altLang="en-US"/>
              <a:pPr/>
              <a:t>‹#›</a:t>
            </a:fld>
            <a:endParaRPr lang="en-US" altLang="en-US"/>
          </a:p>
        </p:txBody>
      </p:sp>
    </p:spTree>
    <p:extLst>
      <p:ext uri="{BB962C8B-B14F-4D97-AF65-F5344CB8AC3E}">
        <p14:creationId xmlns:p14="http://schemas.microsoft.com/office/powerpoint/2010/main" val="3562510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0CA115-AE16-5C35-A87C-1931D0C71C1E}"/>
              </a:ext>
            </a:extLst>
          </p:cNvPr>
          <p:cNvSpPr>
            <a:spLocks noGrp="1"/>
          </p:cNvSpPr>
          <p:nvPr>
            <p:ph type="dt" sz="half" idx="10"/>
          </p:nvPr>
        </p:nvSpPr>
        <p:spPr/>
        <p:txBody>
          <a:bodyPr/>
          <a:lstStyle>
            <a:lvl1pPr>
              <a:defRPr/>
            </a:lvl1pPr>
          </a:lstStyle>
          <a:p>
            <a:pPr>
              <a:defRPr/>
            </a:pPr>
            <a:fld id="{7BF22305-186C-41C9-8BE3-3C0220EE5136}" type="datetime1">
              <a:rPr lang="en-IN"/>
              <a:pPr>
                <a:defRPr/>
              </a:pPr>
              <a:t>27-03-2026</a:t>
            </a:fld>
            <a:endParaRPr lang="en-US"/>
          </a:p>
        </p:txBody>
      </p:sp>
      <p:sp>
        <p:nvSpPr>
          <p:cNvPr id="5" name="Footer Placeholder 4">
            <a:extLst>
              <a:ext uri="{FF2B5EF4-FFF2-40B4-BE49-F238E27FC236}">
                <a16:creationId xmlns:a16="http://schemas.microsoft.com/office/drawing/2014/main" id="{979A741A-64DA-7D36-206B-32D8B6D3099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3359F76-FD79-AFF0-87D8-508A5DBAC4CB}"/>
              </a:ext>
            </a:extLst>
          </p:cNvPr>
          <p:cNvSpPr>
            <a:spLocks noGrp="1"/>
          </p:cNvSpPr>
          <p:nvPr>
            <p:ph type="sldNum" sz="quarter" idx="12"/>
          </p:nvPr>
        </p:nvSpPr>
        <p:spPr/>
        <p:txBody>
          <a:bodyPr/>
          <a:lstStyle>
            <a:lvl1pPr>
              <a:defRPr/>
            </a:lvl1pPr>
          </a:lstStyle>
          <a:p>
            <a:fld id="{BF7E6FA6-A4A1-424C-AEC7-08A91F481910}" type="slidenum">
              <a:rPr lang="en-US" altLang="en-US"/>
              <a:pPr/>
              <a:t>‹#›</a:t>
            </a:fld>
            <a:endParaRPr lang="en-US" altLang="en-US"/>
          </a:p>
        </p:txBody>
      </p:sp>
    </p:spTree>
    <p:extLst>
      <p:ext uri="{BB962C8B-B14F-4D97-AF65-F5344CB8AC3E}">
        <p14:creationId xmlns:p14="http://schemas.microsoft.com/office/powerpoint/2010/main" val="307820878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D48F9C-B3E1-D406-10FF-A4D450852F85}"/>
              </a:ext>
            </a:extLst>
          </p:cNvPr>
          <p:cNvSpPr>
            <a:spLocks noGrp="1"/>
          </p:cNvSpPr>
          <p:nvPr>
            <p:ph type="dt" sz="half" idx="10"/>
          </p:nvPr>
        </p:nvSpPr>
        <p:spPr/>
        <p:txBody>
          <a:bodyPr/>
          <a:lstStyle>
            <a:lvl1pPr>
              <a:defRPr/>
            </a:lvl1pPr>
          </a:lstStyle>
          <a:p>
            <a:pPr>
              <a:defRPr/>
            </a:pPr>
            <a:fld id="{D681BC6B-CC94-46E2-93B4-7454DFAF38A9}" type="datetime1">
              <a:rPr lang="en-IN"/>
              <a:pPr>
                <a:defRPr/>
              </a:pPr>
              <a:t>27-03-2026</a:t>
            </a:fld>
            <a:endParaRPr lang="en-US"/>
          </a:p>
        </p:txBody>
      </p:sp>
      <p:sp>
        <p:nvSpPr>
          <p:cNvPr id="5" name="Footer Placeholder 4">
            <a:extLst>
              <a:ext uri="{FF2B5EF4-FFF2-40B4-BE49-F238E27FC236}">
                <a16:creationId xmlns:a16="http://schemas.microsoft.com/office/drawing/2014/main" id="{99B40527-CEB5-20F9-9061-945C6BA670F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1E3CDA4-AFF2-B08B-4A2E-810607FCFBC8}"/>
              </a:ext>
            </a:extLst>
          </p:cNvPr>
          <p:cNvSpPr>
            <a:spLocks noGrp="1"/>
          </p:cNvSpPr>
          <p:nvPr>
            <p:ph type="sldNum" sz="quarter" idx="12"/>
          </p:nvPr>
        </p:nvSpPr>
        <p:spPr/>
        <p:txBody>
          <a:bodyPr/>
          <a:lstStyle>
            <a:lvl1pPr>
              <a:defRPr/>
            </a:lvl1pPr>
          </a:lstStyle>
          <a:p>
            <a:fld id="{487F944A-24C5-4F72-A6B1-975700A3EF38}" type="slidenum">
              <a:rPr lang="en-US" altLang="en-US"/>
              <a:pPr/>
              <a:t>‹#›</a:t>
            </a:fld>
            <a:endParaRPr lang="en-US" altLang="en-US"/>
          </a:p>
        </p:txBody>
      </p:sp>
    </p:spTree>
    <p:extLst>
      <p:ext uri="{BB962C8B-B14F-4D97-AF65-F5344CB8AC3E}">
        <p14:creationId xmlns:p14="http://schemas.microsoft.com/office/powerpoint/2010/main" val="3884989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D348952-BA45-7E56-6450-BE319D1B7A4E}"/>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8364BEB9-1B1B-622D-9D10-F9627225700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A8DE163B-4621-4FA0-B4AB-CF79A67AC20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766AF1CB-B3E7-4086-B75F-9394C2147441}" type="datetime1">
              <a:rPr lang="en-IN"/>
              <a:pPr>
                <a:defRPr/>
              </a:pPr>
              <a:t>27-03-2026</a:t>
            </a:fld>
            <a:endParaRPr lang="en-IN"/>
          </a:p>
        </p:txBody>
      </p:sp>
      <p:sp>
        <p:nvSpPr>
          <p:cNvPr id="5" name="Footer Placeholder 4">
            <a:extLst>
              <a:ext uri="{FF2B5EF4-FFF2-40B4-BE49-F238E27FC236}">
                <a16:creationId xmlns:a16="http://schemas.microsoft.com/office/drawing/2014/main" id="{43336037-2BD6-45D2-8FD9-55FED3819FBB}"/>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39371F67-2E18-4C0B-86CD-E58FC42177B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A1B662CE-E012-4E0E-816F-A85807F3D3C8}"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1BD8D235-A57B-5718-3A1D-AB3B6AEB5E7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3A4209B9-4115-15DF-FE09-EF7D65D63D1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652C9B9-DE35-4CD7-9427-9863034D4B9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E3FEC788-FAAA-45AE-9F07-8442665BAE8C}" type="datetime1">
              <a:rPr lang="en-IN"/>
              <a:pPr>
                <a:defRPr/>
              </a:pPr>
              <a:t>27-03-2026</a:t>
            </a:fld>
            <a:endParaRPr lang="en-US"/>
          </a:p>
        </p:txBody>
      </p:sp>
      <p:sp>
        <p:nvSpPr>
          <p:cNvPr id="5" name="Footer Placeholder 4">
            <a:extLst>
              <a:ext uri="{FF2B5EF4-FFF2-40B4-BE49-F238E27FC236}">
                <a16:creationId xmlns:a16="http://schemas.microsoft.com/office/drawing/2014/main" id="{BA6F9237-08E2-4472-AB13-07BA0BD5219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AF58F3BD-315E-4F97-8455-2E8DA7798AD3}"/>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38F1FBCF-D0F7-477B-8277-26FB2170CBF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A3C10900-FF73-DE3E-27F5-9DFCA184DFD7}"/>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134D1FDE-0A81-DE2B-2205-3540B03378AF}"/>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F0A97012-F064-4F3A-B9EB-CD2E42DCB4CC}"/>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300712BC-C3D4-4D3C-85E5-370D8EECA6C2}" type="datetime1">
              <a:rPr lang="en-IN"/>
              <a:pPr>
                <a:defRPr/>
              </a:pPr>
              <a:t>27-03-2026</a:t>
            </a:fld>
            <a:endParaRPr lang="en-US"/>
          </a:p>
        </p:txBody>
      </p:sp>
      <p:sp>
        <p:nvSpPr>
          <p:cNvPr id="5" name="Footer Placeholder 4">
            <a:extLst>
              <a:ext uri="{FF2B5EF4-FFF2-40B4-BE49-F238E27FC236}">
                <a16:creationId xmlns:a16="http://schemas.microsoft.com/office/drawing/2014/main" id="{5C49DD19-9F10-4BC2-8DDB-D08BF6F929F8}"/>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834BEE32-E252-4996-BFF2-2DB0B5A604C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B282EE0F-D46F-4D7B-859E-2767C926467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6C8EDC39-3E20-CD9B-8359-B813D72CC938}"/>
              </a:ext>
            </a:extLst>
          </p:cNvPr>
          <p:cNvSpPr>
            <a:spLocks noGrp="1" noChangeArrowheads="1"/>
          </p:cNvSpPr>
          <p:nvPr>
            <p:ph type="title"/>
          </p:nvPr>
        </p:nvSpPr>
        <p:spPr>
          <a:xfrm>
            <a:off x="239713" y="747713"/>
            <a:ext cx="8580437" cy="1457325"/>
          </a:xfrm>
        </p:spPr>
        <p:txBody>
          <a:bodyPr/>
          <a:lstStyle/>
          <a:p>
            <a:pPr eaLnBrk="1" hangingPunct="1"/>
            <a:r>
              <a:rPr lang="en-IN" altLang="en-US" sz="2000" dirty="0">
                <a:latin typeface="Times New Roman" panose="02020603050405020304" pitchFamily="18" charset="0"/>
                <a:cs typeface="Times New Roman" panose="02020603050405020304" pitchFamily="18" charset="0"/>
              </a:rPr>
              <a:t>Capstone Project – Final:  Review – 2 on</a:t>
            </a:r>
            <a:br>
              <a:rPr lang="en-IN" altLang="en-US" sz="3200" b="1" dirty="0">
                <a:latin typeface="Times New Roman" panose="02020603050405020304" pitchFamily="18" charset="0"/>
                <a:cs typeface="Times New Roman" panose="02020603050405020304" pitchFamily="18" charset="0"/>
              </a:rPr>
            </a:br>
            <a:r>
              <a:rPr lang="en-IN" altLang="en-US" sz="3200" b="1" dirty="0">
                <a:latin typeface="Times New Roman" panose="02020603050405020304" pitchFamily="18" charset="0"/>
                <a:cs typeface="Times New Roman" panose="02020603050405020304" pitchFamily="18" charset="0"/>
              </a:rPr>
              <a:t>Secure Data Sharing in Cloud Using Attribute-Based Encryption (ABE)</a:t>
            </a:r>
            <a:endParaRPr lang="en-IN" alt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0F7BF2-9E13-4B0D-847D-A8379F677F47}"/>
              </a:ext>
            </a:extLst>
          </p:cNvPr>
          <p:cNvSpPr>
            <a:spLocks noGrp="1"/>
          </p:cNvSpPr>
          <p:nvPr>
            <p:ph idx="1"/>
          </p:nvPr>
        </p:nvSpPr>
        <p:spPr>
          <a:xfrm>
            <a:off x="2411413" y="4508500"/>
            <a:ext cx="4105275" cy="1222375"/>
          </a:xfrm>
        </p:spPr>
        <p:txBody>
          <a:bodyPr rtlCol="0">
            <a:normAutofit/>
          </a:bodyPr>
          <a:lstStyle/>
          <a:p>
            <a:pPr marL="0" indent="0" algn="ctr" eaLnBrk="1" fontAlgn="auto" hangingPunct="1">
              <a:spcAft>
                <a:spcPts val="0"/>
              </a:spcAft>
              <a:buFont typeface="Arial" panose="020B0604020202020204" pitchFamily="34" charset="0"/>
              <a:buNone/>
              <a:defRPr/>
            </a:pPr>
            <a:r>
              <a:rPr lang="en-IN" sz="2000" b="1" dirty="0">
                <a:solidFill>
                  <a:srgbClr val="0070C0"/>
                </a:solidFill>
                <a:latin typeface="Times New Roman" panose="02020603050405020304" pitchFamily="18" charset="0"/>
                <a:cs typeface="Times New Roman" panose="02020603050405020304" pitchFamily="18" charset="0"/>
              </a:rPr>
              <a:t>Under the Guidance of</a:t>
            </a:r>
          </a:p>
          <a:p>
            <a:pPr marL="0" indent="0" algn="ctr" eaLnBrk="1" fontAlgn="auto" hangingPunct="1">
              <a:spcAft>
                <a:spcPts val="0"/>
              </a:spcAft>
              <a:buNone/>
              <a:defRPr/>
            </a:pPr>
            <a:r>
              <a:rPr lang="en-US" altLang="en-US" sz="2000" dirty="0">
                <a:latin typeface="Times New Roman" pitchFamily="18" charset="0"/>
                <a:cs typeface="Times New Roman" pitchFamily="18" charset="0"/>
              </a:rPr>
              <a:t>Ms. Nida Kousar G</a:t>
            </a:r>
          </a:p>
          <a:p>
            <a:pPr marL="0" indent="0" algn="ctr" eaLnBrk="1" fontAlgn="auto" hangingPunct="1">
              <a:spcAft>
                <a:spcPts val="0"/>
              </a:spcAft>
              <a:buNone/>
              <a:defRPr/>
            </a:pPr>
            <a:r>
              <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Assistant Professor </a:t>
            </a:r>
          </a:p>
          <a:p>
            <a:pPr marL="0" indent="0" algn="ctr" eaLnBrk="1" fontAlgn="auto" hangingPunct="1">
              <a:spcAft>
                <a:spcPts val="0"/>
              </a:spcAft>
              <a:buFont typeface="Arial" panose="020B0604020202020204" pitchFamily="34" charset="0"/>
              <a:buNone/>
              <a:defRPr/>
            </a:pPr>
            <a:endPar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125" name="Rectangle 11">
            <a:extLst>
              <a:ext uri="{FF2B5EF4-FFF2-40B4-BE49-F238E27FC236}">
                <a16:creationId xmlns:a16="http://schemas.microsoft.com/office/drawing/2014/main" id="{E4812C86-73AE-86EA-F17D-E5BF9DD97504}"/>
              </a:ext>
            </a:extLst>
          </p:cNvPr>
          <p:cNvSpPr>
            <a:spLocks noChangeArrowheads="1"/>
          </p:cNvSpPr>
          <p:nvPr/>
        </p:nvSpPr>
        <p:spPr bwMode="auto">
          <a:xfrm>
            <a:off x="539750" y="5732463"/>
            <a:ext cx="828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000" b="1">
                <a:solidFill>
                  <a:srgbClr val="000099"/>
                </a:solidFill>
                <a:latin typeface="Times New Roman" panose="02020603050405020304" pitchFamily="18" charset="0"/>
                <a:cs typeface="Times New Roman" panose="02020603050405020304" pitchFamily="18" charset="0"/>
              </a:rPr>
              <a:t>Department of Artificial Intelligence &amp; Data Science</a:t>
            </a:r>
          </a:p>
          <a:p>
            <a:pPr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GITAM School of CSE, GITAM (Deemed to be University),</a:t>
            </a:r>
          </a:p>
          <a:p>
            <a:pPr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Bengaluru, Karnataka, INDIA.</a:t>
            </a:r>
            <a:endParaRPr lang="en-IN" altLang="en-US" sz="2000" b="1">
              <a:solidFill>
                <a:srgbClr val="000099"/>
              </a:solidFill>
              <a:latin typeface="Times New Roman" panose="02020603050405020304" pitchFamily="18" charset="0"/>
              <a:cs typeface="Times New Roman" panose="02020603050405020304" pitchFamily="18" charset="0"/>
            </a:endParaRPr>
          </a:p>
        </p:txBody>
      </p:sp>
      <p:pic>
        <p:nvPicPr>
          <p:cNvPr id="5126" name="Picture 8">
            <a:extLst>
              <a:ext uri="{FF2B5EF4-FFF2-40B4-BE49-F238E27FC236}">
                <a16:creationId xmlns:a16="http://schemas.microsoft.com/office/drawing/2014/main" id="{068C25D9-B35A-37CD-5E3C-1B6085B92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4">
            <a:extLst>
              <a:ext uri="{FF2B5EF4-FFF2-40B4-BE49-F238E27FC236}">
                <a16:creationId xmlns:a16="http://schemas.microsoft.com/office/drawing/2014/main" id="{031F6781-509C-DC8F-35B8-6C0BDC7C4AB4}"/>
              </a:ext>
            </a:extLst>
          </p:cNvPr>
          <p:cNvSpPr txBox="1">
            <a:spLocks noChangeArrowheads="1"/>
          </p:cNvSpPr>
          <p:nvPr/>
        </p:nvSpPr>
        <p:spPr bwMode="auto">
          <a:xfrm>
            <a:off x="294955" y="2542155"/>
            <a:ext cx="8375650" cy="1392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pPr algn="ctr" eaLnBrk="1" hangingPunct="1">
              <a:defRPr/>
            </a:pPr>
            <a:r>
              <a:rPr lang="en-IN" altLang="en-US" sz="2000" b="1" dirty="0">
                <a:solidFill>
                  <a:srgbClr val="C00000"/>
                </a:solidFill>
                <a:latin typeface="Times New Roman" pitchFamily="18" charset="0"/>
                <a:cs typeface="Times New Roman" pitchFamily="18" charset="0"/>
              </a:rPr>
              <a:t>Presented by the Batch No. : CS - 03</a:t>
            </a:r>
          </a:p>
          <a:p>
            <a:pPr>
              <a:defRPr/>
            </a:pPr>
            <a:endParaRPr lang="en-US" altLang="en-US" sz="105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Patan Ahammad Sahid             -     BU22CSEN0400031 (TL)</a:t>
            </a:r>
            <a:endParaRPr lang="en-US" altLang="en-US" sz="180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Mohammed Mehraj Ahmed     -     BU22CSEN0400125 (TM-1)</a:t>
            </a:r>
            <a:endParaRPr lang="en-US" altLang="en-US" sz="1800" dirty="0">
              <a:solidFill>
                <a:prstClr val="black"/>
              </a:solidFill>
              <a:latin typeface="Times New Roman" pitchFamily="18" charset="0"/>
              <a:cs typeface="Times New Roman" pitchFamily="18" charset="0"/>
            </a:endParaRPr>
          </a:p>
          <a:p>
            <a:pPr>
              <a:defRPr/>
            </a:pPr>
            <a:r>
              <a:rPr lang="it-IT" altLang="en-US" sz="1800" b="1" dirty="0">
                <a:solidFill>
                  <a:prstClr val="black"/>
                </a:solidFill>
                <a:latin typeface="Times New Roman" pitchFamily="18" charset="0"/>
                <a:cs typeface="Times New Roman" pitchFamily="18" charset="0"/>
              </a:rPr>
              <a:t>                             Ranjith Gowda B M                  -     BU22CSEN0400258 (TM-2)</a:t>
            </a:r>
            <a:endParaRPr lang="en-US" altLang="en-US" sz="1800" dirty="0">
              <a:solidFill>
                <a:prstClr val="black"/>
              </a:solidFill>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AAC37186-4118-255B-885A-EE97FEF132F9}"/>
              </a:ext>
            </a:extLst>
          </p:cNvPr>
          <p:cNvSpPr>
            <a:spLocks noGrp="1" noChangeArrowheads="1"/>
          </p:cNvSpPr>
          <p:nvPr>
            <p:ph type="title"/>
          </p:nvPr>
        </p:nvSpPr>
        <p:spPr>
          <a:xfrm>
            <a:off x="250825" y="263525"/>
            <a:ext cx="5278438" cy="885825"/>
          </a:xfrm>
        </p:spPr>
        <p:txBody>
          <a:bodyPr/>
          <a:lstStyle/>
          <a:p>
            <a:pPr algn="just" eaLnBrk="1" hangingPunct="1"/>
            <a:r>
              <a:rPr lang="en-IN" altLang="en-US" sz="2800" b="1">
                <a:solidFill>
                  <a:srgbClr val="0070C0"/>
                </a:solidFill>
                <a:latin typeface="Times New Roman" panose="02020603050405020304" pitchFamily="18" charset="0"/>
                <a:cs typeface="Times New Roman" panose="02020603050405020304" pitchFamily="18" charset="0"/>
              </a:rPr>
              <a:t>CONTENTS</a:t>
            </a:r>
          </a:p>
        </p:txBody>
      </p:sp>
      <p:sp>
        <p:nvSpPr>
          <p:cNvPr id="6147" name="Content Placeholder 2">
            <a:extLst>
              <a:ext uri="{FF2B5EF4-FFF2-40B4-BE49-F238E27FC236}">
                <a16:creationId xmlns:a16="http://schemas.microsoft.com/office/drawing/2014/main" id="{C122784A-AE62-2435-B27B-B519A74A962E}"/>
              </a:ext>
            </a:extLst>
          </p:cNvPr>
          <p:cNvSpPr>
            <a:spLocks noGrp="1" noChangeArrowheads="1"/>
          </p:cNvSpPr>
          <p:nvPr>
            <p:ph idx="1"/>
          </p:nvPr>
        </p:nvSpPr>
        <p:spPr>
          <a:xfrm>
            <a:off x="250825" y="1149350"/>
            <a:ext cx="8718550" cy="4519613"/>
          </a:xfrm>
        </p:spPr>
        <p:txBody>
          <a:bodyPr/>
          <a:lstStyle/>
          <a:p>
            <a:pPr marL="457200" indent="-457200" algn="just">
              <a:lnSpc>
                <a:spcPct val="150000"/>
              </a:lnSpc>
              <a:buFont typeface="Calibri" panose="020F0502020204030204" pitchFamily="34" charset="0"/>
              <a:buAutoNum type="arabicPeriod"/>
            </a:pPr>
            <a:r>
              <a:rPr lang="en-US" altLang="en-US" sz="2200" b="1" dirty="0">
                <a:latin typeface="Times New Roman" panose="02020603050405020304" pitchFamily="18" charset="0"/>
                <a:cs typeface="Times New Roman" panose="02020603050405020304" pitchFamily="18" charset="0"/>
              </a:rPr>
              <a:t>Recap of Capstone Project Final Review-1</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Problem Statement</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200" dirty="0">
                <a:latin typeface="Times New Roman" panose="02020603050405020304" pitchFamily="18" charset="0"/>
                <a:cs typeface="Times New Roman" panose="02020603050405020304" pitchFamily="18" charset="0"/>
              </a:rPr>
              <a:t>Objectives and Project Workflow</a:t>
            </a:r>
            <a:endParaRPr lang="en-IN" altLang="en-US" sz="2200" dirty="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200" dirty="0">
                <a:latin typeface="Times New Roman" panose="02020603050405020304" pitchFamily="18" charset="0"/>
                <a:cs typeface="Times New Roman" panose="02020603050405020304" pitchFamily="18" charset="0"/>
              </a:rPr>
              <a:t>Feedback from Guide/Reviewers and actions taken after Capstone Project Final Review–1</a:t>
            </a: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Testing Strategy &amp; Validation</a:t>
            </a: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Results, Analysis &amp; Discussion</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Conclusion</a:t>
            </a:r>
            <a:endParaRPr lang="en-IN" altLang="en-US" sz="2200" dirty="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200" dirty="0">
                <a:latin typeface="Times New Roman" panose="02020603050405020304" pitchFamily="18" charset="0"/>
                <a:cs typeface="Times New Roman" panose="02020603050405020304" pitchFamily="18" charset="0"/>
              </a:rPr>
              <a:t>References</a:t>
            </a:r>
            <a:endParaRPr lang="en-IN" altLang="en-US" sz="2200" dirty="0">
              <a:latin typeface="Times New Roman" panose="02020603050405020304" pitchFamily="18" charset="0"/>
              <a:cs typeface="Times New Roman" panose="02020603050405020304" pitchFamily="18" charset="0"/>
            </a:endParaRPr>
          </a:p>
        </p:txBody>
      </p:sp>
      <p:sp>
        <p:nvSpPr>
          <p:cNvPr id="6148" name="Slide Number Placeholder 1">
            <a:extLst>
              <a:ext uri="{FF2B5EF4-FFF2-40B4-BE49-F238E27FC236}">
                <a16:creationId xmlns:a16="http://schemas.microsoft.com/office/drawing/2014/main" id="{DAAA0724-5C66-83D7-96D4-07953CF6F12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47E08CC-35A0-4E23-97CE-3F4709DDD0A2}" type="slidenum">
              <a:rPr lang="en-US" altLang="en-US" sz="1200">
                <a:solidFill>
                  <a:srgbClr val="898989"/>
                </a:solidFill>
              </a:rPr>
              <a:pPr>
                <a:spcBef>
                  <a:spcPct val="0"/>
                </a:spcBef>
                <a:buFontTx/>
                <a:buNone/>
              </a:pPr>
              <a:t>2</a:t>
            </a:fld>
            <a:endParaRPr lang="en-US" altLang="en-US" sz="1200">
              <a:solidFill>
                <a:srgbClr val="898989"/>
              </a:solidFill>
            </a:endParaRPr>
          </a:p>
        </p:txBody>
      </p:sp>
      <p:pic>
        <p:nvPicPr>
          <p:cNvPr id="6149" name="Picture 8">
            <a:extLst>
              <a:ext uri="{FF2B5EF4-FFF2-40B4-BE49-F238E27FC236}">
                <a16:creationId xmlns:a16="http://schemas.microsoft.com/office/drawing/2014/main" id="{E95B3D43-3297-8C14-17F4-71BF8D580E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AF29405A-9EDD-F48B-2722-276901306E9A}"/>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Problem Statement</a:t>
            </a:r>
          </a:p>
        </p:txBody>
      </p:sp>
      <p:sp>
        <p:nvSpPr>
          <p:cNvPr id="7172" name="Slide Number Placeholder 3">
            <a:extLst>
              <a:ext uri="{FF2B5EF4-FFF2-40B4-BE49-F238E27FC236}">
                <a16:creationId xmlns:a16="http://schemas.microsoft.com/office/drawing/2014/main" id="{E2C0F085-EEB1-A484-6822-F7490A6EFC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3A1006A-3D27-496C-B19D-EA74AB4CED4F}" type="slidenum">
              <a:rPr lang="en-IN" altLang="en-US" sz="1200">
                <a:solidFill>
                  <a:srgbClr val="898989"/>
                </a:solidFill>
              </a:rPr>
              <a:pPr>
                <a:spcBef>
                  <a:spcPct val="0"/>
                </a:spcBef>
                <a:buFontTx/>
                <a:buNone/>
              </a:pPr>
              <a:t>3</a:t>
            </a:fld>
            <a:endParaRPr lang="en-IN" altLang="en-US" sz="1200">
              <a:solidFill>
                <a:srgbClr val="898989"/>
              </a:solidFill>
            </a:endParaRPr>
          </a:p>
        </p:txBody>
      </p:sp>
      <p:pic>
        <p:nvPicPr>
          <p:cNvPr id="7173" name="Picture 8">
            <a:extLst>
              <a:ext uri="{FF2B5EF4-FFF2-40B4-BE49-F238E27FC236}">
                <a16:creationId xmlns:a16="http://schemas.microsoft.com/office/drawing/2014/main" id="{9C8A8717-3858-72CA-8F1F-2387389252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DF05FCE9-89C8-8563-E0D0-C33EF67A1728}"/>
              </a:ext>
            </a:extLst>
          </p:cNvPr>
          <p:cNvSpPr>
            <a:spLocks noGrp="1" noChangeArrowheads="1"/>
          </p:cNvSpPr>
          <p:nvPr>
            <p:ph idx="1"/>
          </p:nvPr>
        </p:nvSpPr>
        <p:spPr bwMode="auto">
          <a:xfrm>
            <a:off x="107504" y="935038"/>
            <a:ext cx="9036496" cy="5782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nSpc>
                <a:spcPct val="150000"/>
              </a:lnSpc>
              <a:spcBef>
                <a:spcPts val="0"/>
              </a:spcBef>
              <a:spcAft>
                <a:spcPts val="800"/>
              </a:spcAft>
              <a:buFont typeface="+mj-lt"/>
              <a:buAutoNum type="arabicPeriod"/>
            </a:pPr>
            <a:r>
              <a:rPr lang="en-US" sz="2000" b="1" dirty="0">
                <a:latin typeface="Times New Roman" panose="02020603050405020304" pitchFamily="18" charset="0"/>
                <a:cs typeface="Times New Roman" panose="02020603050405020304" pitchFamily="18" charset="0"/>
              </a:rPr>
              <a:t>Loss of Data Confidentiality in Cloud Storage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When sensitive data is stored on third-party cloud platforms, users must trust the service provider with their files. This results in loss of control over data confidentiality and increases the risk of data breaches and insider misuse.</a:t>
            </a:r>
          </a:p>
          <a:p>
            <a:pPr marL="457200" indent="-457200">
              <a:lnSpc>
                <a:spcPct val="150000"/>
              </a:lnSpc>
              <a:spcBef>
                <a:spcPts val="0"/>
              </a:spcBef>
              <a:spcAft>
                <a:spcPts val="800"/>
              </a:spcAft>
              <a:buFont typeface="+mj-lt"/>
              <a:buAutoNum type="arabicPeriod"/>
            </a:pPr>
            <a:r>
              <a:rPr lang="en-US" sz="2000" b="1" dirty="0">
                <a:latin typeface="Times New Roman" panose="02020603050405020304" pitchFamily="18" charset="0"/>
                <a:cs typeface="Times New Roman" panose="02020603050405020304" pitchFamily="18" charset="0"/>
              </a:rPr>
              <a:t>Inadequate Access Control Mechanisms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Existing cloud systems do not provide fine-grained, user-defined access control. Data owners cannot precisely control access based on user attributes such as role, department, or clearance.</a:t>
            </a:r>
          </a:p>
          <a:p>
            <a:pPr marL="457200" indent="-457200">
              <a:lnSpc>
                <a:spcPct val="150000"/>
              </a:lnSpc>
              <a:spcBef>
                <a:spcPts val="0"/>
              </a:spcBef>
              <a:spcAft>
                <a:spcPts val="800"/>
              </a:spcAft>
              <a:buFont typeface="+mj-lt"/>
              <a:buAutoNum type="arabicPeriod"/>
            </a:pPr>
            <a:r>
              <a:rPr lang="en-US" sz="2000" b="1" dirty="0">
                <a:latin typeface="Times New Roman" panose="02020603050405020304" pitchFamily="18" charset="0"/>
                <a:cs typeface="Times New Roman" panose="02020603050405020304" pitchFamily="18" charset="0"/>
              </a:rPr>
              <a:t>Centralized Access Authorization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Cloud storage systems use centralized authorization, creating a single point of failure. A single authority can grant or deny access, making the system vulnerable to insider threats and unauthorized access.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9E6185F-E922-EABC-996D-26F663423823}"/>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Objectives</a:t>
            </a:r>
          </a:p>
        </p:txBody>
      </p:sp>
      <p:sp>
        <p:nvSpPr>
          <p:cNvPr id="8196" name="Slide Number Placeholder 3">
            <a:extLst>
              <a:ext uri="{FF2B5EF4-FFF2-40B4-BE49-F238E27FC236}">
                <a16:creationId xmlns:a16="http://schemas.microsoft.com/office/drawing/2014/main" id="{FDA9A935-B9E0-778F-F6CE-D4A07D6BFCE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37F382A-AD3C-4C43-9257-75B456704621}" type="slidenum">
              <a:rPr lang="en-IN" altLang="en-US" sz="1200" smtClean="0">
                <a:solidFill>
                  <a:srgbClr val="898989"/>
                </a:solidFill>
              </a:rPr>
              <a:pPr>
                <a:spcBef>
                  <a:spcPct val="0"/>
                </a:spcBef>
                <a:buFontTx/>
                <a:buNone/>
              </a:pPr>
              <a:t>4</a:t>
            </a:fld>
            <a:endParaRPr lang="en-IN" altLang="en-US" sz="1200">
              <a:solidFill>
                <a:srgbClr val="898989"/>
              </a:solidFill>
            </a:endParaRPr>
          </a:p>
        </p:txBody>
      </p:sp>
      <p:pic>
        <p:nvPicPr>
          <p:cNvPr id="8197" name="Picture 8">
            <a:extLst>
              <a:ext uri="{FF2B5EF4-FFF2-40B4-BE49-F238E27FC236}">
                <a16:creationId xmlns:a16="http://schemas.microsoft.com/office/drawing/2014/main" id="{BBA95472-E3F6-645E-B9B3-3A662BF19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85AED0CD-9A5D-AB18-CFDF-70D40197DD49}"/>
              </a:ext>
            </a:extLst>
          </p:cNvPr>
          <p:cNvSpPr>
            <a:spLocks noGrp="1"/>
          </p:cNvSpPr>
          <p:nvPr>
            <p:ph idx="1"/>
          </p:nvPr>
        </p:nvSpPr>
        <p:spPr>
          <a:xfrm>
            <a:off x="457200" y="1417638"/>
            <a:ext cx="8229600" cy="4525963"/>
          </a:xfrm>
        </p:spPr>
        <p:txBody>
          <a:bodyPr/>
          <a:lstStyle/>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Objective–1: Ensure confidentiality of shared files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Encrypt every uploaded file using AES‑256 before storing, so data remains protected at rest and during transfer.</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Objective–2: Provide fine‑grained, attribute‑based access control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Define “who can access” each file using attribute policies (AND/OR rules) based on user attributes like role, department (dept), and clearance.</a:t>
            </a:r>
          </a:p>
          <a:p>
            <a:pPr>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Objective–3: Enforce decentralized approval before decryption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Require a blockchain-based threshold approval (4‑of‑7 authorities) for each access request so no single party can grant access alone.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E45293F-E40F-C406-6BBF-1BF2F1C64755}"/>
              </a:ext>
            </a:extLst>
          </p:cNvPr>
          <p:cNvSpPr>
            <a:spLocks noGrp="1"/>
          </p:cNvSpPr>
          <p:nvPr>
            <p:ph type="title"/>
          </p:nvPr>
        </p:nvSpPr>
        <p:spPr/>
        <p:txBody>
          <a:bodyPr/>
          <a:lstStyle/>
          <a:p>
            <a:r>
              <a:rPr lang="en-US" altLang="en-US" sz="2800" b="1">
                <a:latin typeface="Times New Roman" panose="02020603050405020304" pitchFamily="18" charset="0"/>
                <a:cs typeface="Times New Roman" panose="02020603050405020304" pitchFamily="18" charset="0"/>
              </a:rPr>
              <a:t>Design Strategy</a:t>
            </a:r>
            <a:endParaRPr lang="en-IN" altLang="en-US" sz="2800"/>
          </a:p>
        </p:txBody>
      </p:sp>
      <p:sp>
        <p:nvSpPr>
          <p:cNvPr id="9219" name="Slide Number Placeholder 3">
            <a:extLst>
              <a:ext uri="{FF2B5EF4-FFF2-40B4-BE49-F238E27FC236}">
                <a16:creationId xmlns:a16="http://schemas.microsoft.com/office/drawing/2014/main" id="{73490F09-B4C9-292B-5C92-60247523A2F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CC14B1F-D429-44A1-9B02-31308295650F}" type="slidenum">
              <a:rPr lang="en-IN" altLang="en-US" sz="1200">
                <a:solidFill>
                  <a:srgbClr val="898989"/>
                </a:solidFill>
              </a:rPr>
              <a:pPr>
                <a:spcBef>
                  <a:spcPct val="0"/>
                </a:spcBef>
                <a:buFontTx/>
                <a:buNone/>
              </a:pPr>
              <a:t>5</a:t>
            </a:fld>
            <a:endParaRPr lang="en-IN" altLang="en-US" sz="1200">
              <a:solidFill>
                <a:srgbClr val="898989"/>
              </a:solidFill>
            </a:endParaRPr>
          </a:p>
        </p:txBody>
      </p:sp>
      <p:sp>
        <p:nvSpPr>
          <p:cNvPr id="9220" name="Rectangle 3">
            <a:extLst>
              <a:ext uri="{FF2B5EF4-FFF2-40B4-BE49-F238E27FC236}">
                <a16:creationId xmlns:a16="http://schemas.microsoft.com/office/drawing/2014/main" id="{C97DAE3A-259D-FCB5-29DE-D3CF9A3C4BE8}"/>
              </a:ext>
            </a:extLst>
          </p:cNvPr>
          <p:cNvSpPr>
            <a:spLocks noChangeArrowheads="1"/>
          </p:cNvSpPr>
          <p:nvPr/>
        </p:nvSpPr>
        <p:spPr bwMode="auto">
          <a:xfrm>
            <a:off x="478305" y="923265"/>
            <a:ext cx="21320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dirty="0">
                <a:latin typeface="Times New Roman" panose="02020603050405020304" pitchFamily="18" charset="0"/>
                <a:cs typeface="Times New Roman" panose="02020603050405020304" pitchFamily="18" charset="0"/>
              </a:rPr>
              <a:t>Project Workflow</a:t>
            </a:r>
            <a:endParaRPr lang="en-IN" altLang="en-US" sz="2000" dirty="0"/>
          </a:p>
        </p:txBody>
      </p:sp>
      <p:pic>
        <p:nvPicPr>
          <p:cNvPr id="9221" name="Picture 8">
            <a:extLst>
              <a:ext uri="{FF2B5EF4-FFF2-40B4-BE49-F238E27FC236}">
                <a16:creationId xmlns:a16="http://schemas.microsoft.com/office/drawing/2014/main" id="{B629D9A1-A963-0907-6090-CE41089C37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DF119A45-DAC2-B4F3-4620-194F8D54143E}"/>
              </a:ext>
            </a:extLst>
          </p:cNvPr>
          <p:cNvPicPr>
            <a:picLocks noChangeAspect="1"/>
          </p:cNvPicPr>
          <p:nvPr/>
        </p:nvPicPr>
        <p:blipFill>
          <a:blip r:embed="rId3"/>
          <a:srcRect t="3534" b="4233"/>
          <a:stretch>
            <a:fillRect/>
          </a:stretch>
        </p:blipFill>
        <p:spPr>
          <a:xfrm>
            <a:off x="0" y="1566361"/>
            <a:ext cx="9144000" cy="53012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18D85075-4279-099B-E872-6BBD72EE04C3}"/>
              </a:ext>
            </a:extLst>
          </p:cNvPr>
          <p:cNvSpPr>
            <a:spLocks noGrp="1"/>
          </p:cNvSpPr>
          <p:nvPr>
            <p:ph type="title"/>
          </p:nvPr>
        </p:nvSpPr>
        <p:spPr>
          <a:xfrm>
            <a:off x="323850" y="846138"/>
            <a:ext cx="8229600" cy="1143000"/>
          </a:xfrm>
        </p:spPr>
        <p:txBody>
          <a:bodyPr/>
          <a:lstStyle/>
          <a:p>
            <a:r>
              <a:rPr lang="en-US" altLang="en-US" sz="2800" b="1" dirty="0">
                <a:latin typeface="Times New Roman" panose="02020603050405020304" pitchFamily="18" charset="0"/>
                <a:cs typeface="Times New Roman" panose="02020603050405020304" pitchFamily="18" charset="0"/>
              </a:rPr>
              <a:t>Feedback from Guide/Reviewers and actions taken after Capstone Project Final Review–1</a:t>
            </a:r>
          </a:p>
        </p:txBody>
      </p:sp>
      <p:sp>
        <p:nvSpPr>
          <p:cNvPr id="10244" name="Slide Number Placeholder 3">
            <a:extLst>
              <a:ext uri="{FF2B5EF4-FFF2-40B4-BE49-F238E27FC236}">
                <a16:creationId xmlns:a16="http://schemas.microsoft.com/office/drawing/2014/main" id="{47CC7F93-02CA-A0C4-EC2A-102BDDAF05E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56F99B3-104B-41BE-81C3-1399FA7D35D1}" type="slidenum">
              <a:rPr lang="en-IN" altLang="en-US" sz="1200">
                <a:solidFill>
                  <a:srgbClr val="898989"/>
                </a:solidFill>
              </a:rPr>
              <a:pPr>
                <a:spcBef>
                  <a:spcPct val="0"/>
                </a:spcBef>
                <a:buFontTx/>
                <a:buNone/>
              </a:pPr>
              <a:t>6</a:t>
            </a:fld>
            <a:endParaRPr lang="en-IN" altLang="en-US" sz="1200">
              <a:solidFill>
                <a:srgbClr val="898989"/>
              </a:solidFill>
            </a:endParaRPr>
          </a:p>
        </p:txBody>
      </p:sp>
      <p:pic>
        <p:nvPicPr>
          <p:cNvPr id="10246" name="Picture 8">
            <a:extLst>
              <a:ext uri="{FF2B5EF4-FFF2-40B4-BE49-F238E27FC236}">
                <a16:creationId xmlns:a16="http://schemas.microsoft.com/office/drawing/2014/main" id="{8A097621-60D5-A945-5E3A-0E26201CE6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Content Placeholder 2">
            <a:extLst>
              <a:ext uri="{FF2B5EF4-FFF2-40B4-BE49-F238E27FC236}">
                <a16:creationId xmlns:a16="http://schemas.microsoft.com/office/drawing/2014/main" id="{28C9FC0E-92AF-FE32-7BE8-E862495C5D24}"/>
              </a:ext>
            </a:extLst>
          </p:cNvPr>
          <p:cNvSpPr txBox="1">
            <a:spLocks/>
          </p:cNvSpPr>
          <p:nvPr/>
        </p:nvSpPr>
        <p:spPr bwMode="auto">
          <a:xfrm>
            <a:off x="323850" y="2249786"/>
            <a:ext cx="8229600" cy="4608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sz="2200" b="1" dirty="0">
                <a:latin typeface="Times New Roman" panose="02020603050405020304" pitchFamily="18" charset="0"/>
                <a:cs typeface="Times New Roman" panose="02020603050405020304" pitchFamily="18" charset="0"/>
              </a:rPr>
              <a:t>Feedback from Guide/Reviewers</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Asked to clearly explain how AES</a:t>
            </a:r>
            <a:r>
              <a:rPr lang="en-US" sz="2000" b="1" dirty="0">
                <a:latin typeface="Times New Roman" panose="02020603050405020304" pitchFamily="18" charset="0"/>
                <a:cs typeface="Times New Roman" panose="02020603050405020304" pitchFamily="18" charset="0"/>
              </a:rPr>
              <a:t> encryption algorithm is working</a:t>
            </a:r>
            <a:r>
              <a:rPr lang="en-US" sz="2000" dirty="0">
                <a:latin typeface="Times New Roman" panose="02020603050405020304" pitchFamily="18" charset="0"/>
                <a:cs typeface="Times New Roman" panose="02020603050405020304" pitchFamily="18" charset="0"/>
              </a:rPr>
              <a:t> to protect uploaded files.</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Asked how </a:t>
            </a:r>
            <a:r>
              <a:rPr lang="en-US" sz="2000" b="1" dirty="0">
                <a:latin typeface="Times New Roman" panose="02020603050405020304" pitchFamily="18" charset="0"/>
                <a:cs typeface="Times New Roman" panose="02020603050405020304" pitchFamily="18" charset="0"/>
              </a:rPr>
              <a:t>access control is enforced</a:t>
            </a:r>
            <a:r>
              <a:rPr lang="en-US" sz="2000" dirty="0">
                <a:latin typeface="Times New Roman" panose="02020603050405020304" pitchFamily="18" charset="0"/>
                <a:cs typeface="Times New Roman" panose="02020603050405020304" pitchFamily="18" charset="0"/>
              </a:rPr>
              <a:t> so that unauthorized users cannot download files</a:t>
            </a:r>
            <a:r>
              <a:rPr lang="en-US" sz="2000" dirty="0">
                <a:solidFill>
                  <a:srgbClr val="FF0000"/>
                </a:solidFill>
                <a:latin typeface="Times New Roman" panose="02020603050405020304" pitchFamily="18" charset="0"/>
                <a:cs typeface="Times New Roman" panose="02020603050405020304" pitchFamily="18" charset="0"/>
              </a:rPr>
              <a:t>.</a:t>
            </a:r>
          </a:p>
          <a:p>
            <a:pPr marL="457200" indent="-457200">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Asked to justify the need for </a:t>
            </a:r>
            <a:r>
              <a:rPr lang="en-US" sz="2000" b="1" dirty="0">
                <a:latin typeface="Times New Roman" panose="02020603050405020304" pitchFamily="18" charset="0"/>
                <a:cs typeface="Times New Roman" panose="02020603050405020304" pitchFamily="18" charset="0"/>
              </a:rPr>
              <a:t>blockchain-based approval</a:t>
            </a:r>
            <a:r>
              <a:rPr lang="en-US" sz="2000" dirty="0">
                <a:latin typeface="Times New Roman" panose="02020603050405020304" pitchFamily="18" charset="0"/>
                <a:cs typeface="Times New Roman" panose="02020603050405020304" pitchFamily="18" charset="0"/>
              </a:rPr>
              <a:t> instead of a centralized authority.</a:t>
            </a:r>
          </a:p>
          <a:p>
            <a:pPr eaLnBrk="1" hangingPunct="1">
              <a:lnSpc>
                <a:spcPct val="150000"/>
              </a:lnSpc>
              <a:spcBef>
                <a:spcPct val="0"/>
              </a:spcBef>
              <a:buFontTx/>
              <a:buNone/>
            </a:pPr>
            <a:endParaRPr lang="en-US" altLang="en-US" sz="2000" b="1" dirty="0">
              <a:solidFill>
                <a:srgbClr val="FF0000"/>
              </a:solidFill>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18D4CF-4416-261C-6D5E-5F92C0439A94}"/>
              </a:ext>
            </a:extLst>
          </p:cNvPr>
          <p:cNvSpPr>
            <a:spLocks noGrp="1"/>
          </p:cNvSpPr>
          <p:nvPr>
            <p:ph type="sldNum" sz="quarter" idx="12"/>
          </p:nvPr>
        </p:nvSpPr>
        <p:spPr/>
        <p:txBody>
          <a:bodyPr/>
          <a:lstStyle/>
          <a:p>
            <a:fld id="{0BD8630F-A6E9-48EC-A19E-C86B250C9793}" type="slidenum">
              <a:rPr lang="en-IN" altLang="en-US" smtClean="0"/>
              <a:pPr/>
              <a:t>7</a:t>
            </a:fld>
            <a:endParaRPr lang="en-IN" altLang="en-US"/>
          </a:p>
        </p:txBody>
      </p:sp>
      <p:sp>
        <p:nvSpPr>
          <p:cNvPr id="3" name="TextBox 2">
            <a:extLst>
              <a:ext uri="{FF2B5EF4-FFF2-40B4-BE49-F238E27FC236}">
                <a16:creationId xmlns:a16="http://schemas.microsoft.com/office/drawing/2014/main" id="{67799F5E-E7CB-3CB5-CD16-C2034D95AAE6}"/>
              </a:ext>
            </a:extLst>
          </p:cNvPr>
          <p:cNvSpPr txBox="1"/>
          <p:nvPr/>
        </p:nvSpPr>
        <p:spPr>
          <a:xfrm>
            <a:off x="539552" y="947902"/>
            <a:ext cx="8280920" cy="5013552"/>
          </a:xfrm>
          <a:prstGeom prst="rect">
            <a:avLst/>
          </a:prstGeom>
          <a:noFill/>
        </p:spPr>
        <p:txBody>
          <a:bodyPr wrap="square" rtlCol="0">
            <a:spAutoFit/>
          </a:bodyPr>
          <a:lstStyle/>
          <a:p>
            <a:pPr eaLnBrk="1" hangingPunct="1">
              <a:lnSpc>
                <a:spcPct val="150000"/>
              </a:lnSpc>
              <a:spcAft>
                <a:spcPts val="800"/>
              </a:spcAft>
            </a:pPr>
            <a:r>
              <a:rPr lang="en-US" altLang="en-US" sz="2000" b="1" dirty="0">
                <a:latin typeface="Times New Roman" panose="02020603050405020304" pitchFamily="18" charset="0"/>
                <a:cs typeface="Times New Roman" panose="02020603050405020304" pitchFamily="18" charset="0"/>
              </a:rPr>
              <a:t>Actions taken </a:t>
            </a:r>
          </a:p>
          <a:p>
            <a:pPr marL="457200" indent="-457200">
              <a:lnSpc>
                <a:spcPct val="150000"/>
              </a:lnSpc>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Clearly explained and documented how </a:t>
            </a:r>
            <a:r>
              <a:rPr lang="en-US" sz="2000" b="1" dirty="0">
                <a:latin typeface="Times New Roman" panose="02020603050405020304" pitchFamily="18" charset="0"/>
                <a:cs typeface="Times New Roman" panose="02020603050405020304" pitchFamily="18" charset="0"/>
              </a:rPr>
              <a:t>AES-256 encryption works</a:t>
            </a:r>
            <a:r>
              <a:rPr lang="en-US" sz="2000" dirty="0">
                <a:latin typeface="Times New Roman" panose="02020603050405020304" pitchFamily="18" charset="0"/>
                <a:cs typeface="Times New Roman" panose="02020603050405020304" pitchFamily="18" charset="0"/>
              </a:rPr>
              <a:t>, including how files are encrypted before storage and decrypted after authorized access.</a:t>
            </a:r>
            <a:endParaRPr lang="en-US" altLang="en-US" sz="2000" dirty="0">
              <a:latin typeface="Times New Roman" panose="02020603050405020304" pitchFamily="18" charset="0"/>
              <a:cs typeface="Times New Roman" panose="02020603050405020304" pitchFamily="18" charset="0"/>
            </a:endParaRPr>
          </a:p>
          <a:p>
            <a:pPr marL="457200" lvl="0" indent="-457200">
              <a:lnSpc>
                <a:spcPct val="150000"/>
              </a:lnSpc>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Implemented </a:t>
            </a:r>
            <a:r>
              <a:rPr lang="en-US" sz="2000" b="1" dirty="0">
                <a:latin typeface="Times New Roman" panose="02020603050405020304" pitchFamily="18" charset="0"/>
                <a:cs typeface="Times New Roman" panose="02020603050405020304" pitchFamily="18" charset="0"/>
              </a:rPr>
              <a:t>attribute-based access control (AND/OR policies)</a:t>
            </a:r>
            <a:r>
              <a:rPr lang="en-US" sz="2000" dirty="0">
                <a:latin typeface="Times New Roman" panose="02020603050405020304" pitchFamily="18" charset="0"/>
                <a:cs typeface="Times New Roman" panose="02020603050405020304" pitchFamily="18" charset="0"/>
              </a:rPr>
              <a:t> using user attributes like role, department, and clearance, and ensured that files can only be downloaded when the policy conditions are satisfied.</a:t>
            </a:r>
            <a:r>
              <a:rPr lang="en-US" altLang="en-US" sz="2000" dirty="0">
                <a:solidFill>
                  <a:srgbClr val="FF0000"/>
                </a:solidFill>
                <a:latin typeface="Times New Roman" panose="02020603050405020304" pitchFamily="18" charset="0"/>
                <a:cs typeface="Times New Roman" panose="02020603050405020304" pitchFamily="18" charset="0"/>
              </a:rPr>
              <a:t>.</a:t>
            </a:r>
          </a:p>
          <a:p>
            <a:pPr marL="457200" lvl="0" indent="-457200">
              <a:lnSpc>
                <a:spcPct val="150000"/>
              </a:lnSpc>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Justified and implemented a </a:t>
            </a:r>
            <a:r>
              <a:rPr lang="en-US" sz="2000" b="1" dirty="0">
                <a:latin typeface="Times New Roman" panose="02020603050405020304" pitchFamily="18" charset="0"/>
                <a:cs typeface="Times New Roman" panose="02020603050405020304" pitchFamily="18" charset="0"/>
              </a:rPr>
              <a:t>blockchain-based threshold approval system (4-of-7 authorities)</a:t>
            </a:r>
            <a:r>
              <a:rPr lang="en-US" sz="2000" dirty="0">
                <a:latin typeface="Times New Roman" panose="02020603050405020304" pitchFamily="18" charset="0"/>
                <a:cs typeface="Times New Roman" panose="02020603050405020304" pitchFamily="18" charset="0"/>
              </a:rPr>
              <a:t> to ensure secure, decentralized access instead of relying on a single central authority.</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7928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a:extLst>
              <a:ext uri="{FF2B5EF4-FFF2-40B4-BE49-F238E27FC236}">
                <a16:creationId xmlns:a16="http://schemas.microsoft.com/office/drawing/2014/main" id="{F56E0EB8-BD14-18EC-0091-1287E387757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DCAACCE-A6E3-4B42-9494-918C94ECAFBE}" type="slidenum">
              <a:rPr lang="en-US" altLang="en-US" sz="1200">
                <a:solidFill>
                  <a:srgbClr val="898989"/>
                </a:solidFill>
              </a:rPr>
              <a:pPr>
                <a:spcBef>
                  <a:spcPct val="0"/>
                </a:spcBef>
                <a:buFontTx/>
                <a:buNone/>
              </a:pPr>
              <a:t>8</a:t>
            </a:fld>
            <a:endParaRPr lang="en-US" altLang="en-US" sz="1200">
              <a:solidFill>
                <a:srgbClr val="898989"/>
              </a:solidFill>
            </a:endParaRPr>
          </a:p>
        </p:txBody>
      </p:sp>
      <p:sp>
        <p:nvSpPr>
          <p:cNvPr id="12291" name="Title 1">
            <a:extLst>
              <a:ext uri="{FF2B5EF4-FFF2-40B4-BE49-F238E27FC236}">
                <a16:creationId xmlns:a16="http://schemas.microsoft.com/office/drawing/2014/main" id="{E7CF51E1-4905-66ED-BA6A-4A4C7E7FA534}"/>
              </a:ext>
            </a:extLst>
          </p:cNvPr>
          <p:cNvSpPr>
            <a:spLocks noGrp="1"/>
          </p:cNvSpPr>
          <p:nvPr>
            <p:ph type="title"/>
          </p:nvPr>
        </p:nvSpPr>
        <p:spPr>
          <a:xfrm>
            <a:off x="107950" y="157163"/>
            <a:ext cx="8229600" cy="777875"/>
          </a:xfrm>
        </p:spPr>
        <p:txBody>
          <a:bodyPr/>
          <a:lstStyle/>
          <a:p>
            <a:r>
              <a:rPr lang="en-US" altLang="en-US" sz="2800" b="1" dirty="0">
                <a:latin typeface="Times New Roman" panose="02020603050405020304" pitchFamily="18" charset="0"/>
                <a:cs typeface="Times New Roman" panose="02020603050405020304" pitchFamily="18" charset="0"/>
              </a:rPr>
              <a:t>Testing Strategy &amp; Validation</a:t>
            </a:r>
            <a:endParaRPr lang="en-IN" altLang="en-US" sz="2800" b="1" dirty="0">
              <a:latin typeface="Times New Roman" panose="02020603050405020304" pitchFamily="18" charset="0"/>
              <a:cs typeface="Times New Roman" panose="02020603050405020304" pitchFamily="18" charset="0"/>
            </a:endParaRPr>
          </a:p>
        </p:txBody>
      </p:sp>
      <p:sp>
        <p:nvSpPr>
          <p:cNvPr id="12292" name="Rectangle 1">
            <a:extLst>
              <a:ext uri="{FF2B5EF4-FFF2-40B4-BE49-F238E27FC236}">
                <a16:creationId xmlns:a16="http://schemas.microsoft.com/office/drawing/2014/main" id="{E370D707-5EE5-8EED-3604-938706F100A5}"/>
              </a:ext>
            </a:extLst>
          </p:cNvPr>
          <p:cNvSpPr>
            <a:spLocks noChangeArrowheads="1"/>
          </p:cNvSpPr>
          <p:nvPr/>
        </p:nvSpPr>
        <p:spPr bwMode="auto">
          <a:xfrm>
            <a:off x="346075" y="1412875"/>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b="1" dirty="0"/>
          </a:p>
        </p:txBody>
      </p:sp>
      <p:pic>
        <p:nvPicPr>
          <p:cNvPr id="12293" name="Picture 8">
            <a:extLst>
              <a:ext uri="{FF2B5EF4-FFF2-40B4-BE49-F238E27FC236}">
                <a16:creationId xmlns:a16="http://schemas.microsoft.com/office/drawing/2014/main" id="{120563AA-8F24-8F25-6D53-9E11F6381A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a:extLst>
              <a:ext uri="{FF2B5EF4-FFF2-40B4-BE49-F238E27FC236}">
                <a16:creationId xmlns:a16="http://schemas.microsoft.com/office/drawing/2014/main" id="{D5732E83-642A-4213-953B-7DAE8F164342}"/>
              </a:ext>
            </a:extLst>
          </p:cNvPr>
          <p:cNvSpPr>
            <a:spLocks noChangeArrowheads="1"/>
          </p:cNvSpPr>
          <p:nvPr/>
        </p:nvSpPr>
        <p:spPr bwMode="auto">
          <a:xfrm>
            <a:off x="530806" y="1130563"/>
            <a:ext cx="8648521"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Unit Testing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Tested individual modules (encryption, API endpoints, blockchain connection)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Verified correct input/output behavior </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Testing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Checked interaction between frontend, backend, MongoDB, and blockchain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Ensured file upload → encryption → storage → retrieval works properly </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System Testing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Tested complete workflow from upload to download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Verified access control based on user attributes </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044BAE-8C8B-529D-3AB3-3A722ED87347}"/>
              </a:ext>
            </a:extLst>
          </p:cNvPr>
          <p:cNvSpPr>
            <a:spLocks noGrp="1"/>
          </p:cNvSpPr>
          <p:nvPr>
            <p:ph type="sldNum" sz="quarter" idx="12"/>
          </p:nvPr>
        </p:nvSpPr>
        <p:spPr/>
        <p:txBody>
          <a:bodyPr/>
          <a:lstStyle/>
          <a:p>
            <a:fld id="{0BD8630F-A6E9-48EC-A19E-C86B250C9793}" type="slidenum">
              <a:rPr lang="en-IN" altLang="en-US" smtClean="0"/>
              <a:pPr/>
              <a:t>9</a:t>
            </a:fld>
            <a:endParaRPr lang="en-IN" altLang="en-US"/>
          </a:p>
        </p:txBody>
      </p:sp>
      <p:sp>
        <p:nvSpPr>
          <p:cNvPr id="3" name="TextBox 2">
            <a:extLst>
              <a:ext uri="{FF2B5EF4-FFF2-40B4-BE49-F238E27FC236}">
                <a16:creationId xmlns:a16="http://schemas.microsoft.com/office/drawing/2014/main" id="{FCB76CFF-76BE-5CFC-2E96-36FF3F415E45}"/>
              </a:ext>
            </a:extLst>
          </p:cNvPr>
          <p:cNvSpPr txBox="1"/>
          <p:nvPr/>
        </p:nvSpPr>
        <p:spPr>
          <a:xfrm>
            <a:off x="632694" y="1052736"/>
            <a:ext cx="7704856" cy="5016758"/>
          </a:xfrm>
          <a:prstGeom prst="rect">
            <a:avLst/>
          </a:prstGeom>
          <a:noFill/>
        </p:spPr>
        <p:txBody>
          <a:bodyPr wrap="square" rtlCol="0">
            <a:spAutoFit/>
          </a:bodyPr>
          <a:lstStyle/>
          <a:p>
            <a:pPr lvl="0">
              <a:lnSpc>
                <a:spcPct val="150000"/>
              </a:lnSpc>
            </a:pPr>
            <a:r>
              <a:rPr lang="en-US" altLang="en-US" sz="2000" b="1" dirty="0">
                <a:latin typeface="Times New Roman" panose="02020603050405020304" pitchFamily="18" charset="0"/>
                <a:cs typeface="Times New Roman" panose="02020603050405020304" pitchFamily="18" charset="0"/>
              </a:rPr>
              <a:t>Blockchain Validation</a:t>
            </a:r>
            <a:r>
              <a:rPr lang="en-US" altLang="en-US" sz="20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Verified smart contract communication with Ganache </a:t>
            </a:r>
          </a:p>
          <a:p>
            <a:pPr marL="342900" lvl="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Tested 4-of-7 approval mechanism </a:t>
            </a:r>
          </a:p>
          <a:p>
            <a:pPr lvl="0">
              <a:lnSpc>
                <a:spcPct val="150000"/>
              </a:lnSpc>
            </a:pPr>
            <a:r>
              <a:rPr lang="en-US" altLang="en-US" sz="2000" b="1" dirty="0">
                <a:latin typeface="Times New Roman" panose="02020603050405020304" pitchFamily="18" charset="0"/>
                <a:cs typeface="Times New Roman" panose="02020603050405020304" pitchFamily="18" charset="0"/>
              </a:rPr>
              <a:t>Security Testing</a:t>
            </a:r>
            <a:r>
              <a:rPr lang="en-US" altLang="en-US" sz="20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Ensured files are stored encrypted (not plaintext) </a:t>
            </a:r>
          </a:p>
          <a:p>
            <a:pPr marL="342900" lvl="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Verified unauthorized users cannot access files </a:t>
            </a:r>
          </a:p>
          <a:p>
            <a:pPr lvl="0">
              <a:lnSpc>
                <a:spcPct val="150000"/>
              </a:lnSpc>
            </a:pPr>
            <a:r>
              <a:rPr lang="en-US" altLang="en-US" sz="2000" b="1" dirty="0">
                <a:latin typeface="Times New Roman" panose="02020603050405020304" pitchFamily="18" charset="0"/>
                <a:cs typeface="Times New Roman" panose="02020603050405020304" pitchFamily="18" charset="0"/>
              </a:rPr>
              <a:t>Performance Metrics</a:t>
            </a:r>
            <a:r>
              <a:rPr lang="en-US" altLang="en-US" sz="2000" dirty="0">
                <a:latin typeface="Times New Roman" panose="02020603050405020304" pitchFamily="18" charset="0"/>
                <a:cs typeface="Times New Roman" panose="02020603050405020304" pitchFamily="18" charset="0"/>
              </a:rPr>
              <a:t> </a:t>
            </a:r>
          </a:p>
          <a:p>
            <a:pPr marL="342900" lvl="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File upload/download response time </a:t>
            </a:r>
          </a:p>
          <a:p>
            <a:pPr marL="342900" lvl="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Approval processing time </a:t>
            </a:r>
          </a:p>
          <a:p>
            <a:pPr marL="342900" lvl="0" indent="-342900">
              <a:lnSpc>
                <a:spcPct val="15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System stability under multiple requests</a:t>
            </a:r>
          </a:p>
          <a:p>
            <a:endParaRPr lang="en-IN" sz="2000" dirty="0"/>
          </a:p>
        </p:txBody>
      </p:sp>
      <p:sp>
        <p:nvSpPr>
          <p:cNvPr id="4" name="Title 1">
            <a:extLst>
              <a:ext uri="{FF2B5EF4-FFF2-40B4-BE49-F238E27FC236}">
                <a16:creationId xmlns:a16="http://schemas.microsoft.com/office/drawing/2014/main" id="{C19ADBA3-3E32-36BD-EDA0-3B6A0B7450C3}"/>
              </a:ext>
            </a:extLst>
          </p:cNvPr>
          <p:cNvSpPr txBox="1">
            <a:spLocks/>
          </p:cNvSpPr>
          <p:nvPr/>
        </p:nvSpPr>
        <p:spPr>
          <a:xfrm>
            <a:off x="107950" y="157163"/>
            <a:ext cx="8229600" cy="777875"/>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lang="en-US" altLang="en-US" sz="2800" b="1">
                <a:latin typeface="Times New Roman" panose="02020603050405020304" pitchFamily="18" charset="0"/>
                <a:cs typeface="Times New Roman" panose="02020603050405020304" pitchFamily="18" charset="0"/>
              </a:rPr>
              <a:t>Testing Strategy &amp; Validation</a:t>
            </a:r>
            <a:endParaRPr lang="en-I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8689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87A906-F13F-2681-5266-63E999B7B5EE}"/>
              </a:ext>
            </a:extLst>
          </p:cNvPr>
          <p:cNvSpPr>
            <a:spLocks noGrp="1"/>
          </p:cNvSpPr>
          <p:nvPr>
            <p:ph type="sldNum" sz="quarter" idx="12"/>
          </p:nvPr>
        </p:nvSpPr>
        <p:spPr/>
        <p:txBody>
          <a:bodyPr/>
          <a:lstStyle/>
          <a:p>
            <a:fld id="{0BD8630F-A6E9-48EC-A19E-C86B250C9793}" type="slidenum">
              <a:rPr lang="en-IN" altLang="en-US" smtClean="0"/>
              <a:pPr/>
              <a:t>10</a:t>
            </a:fld>
            <a:endParaRPr lang="en-IN" altLang="en-US"/>
          </a:p>
        </p:txBody>
      </p:sp>
      <p:pic>
        <p:nvPicPr>
          <p:cNvPr id="4" name="Picture 3">
            <a:extLst>
              <a:ext uri="{FF2B5EF4-FFF2-40B4-BE49-F238E27FC236}">
                <a16:creationId xmlns:a16="http://schemas.microsoft.com/office/drawing/2014/main" id="{D4DAF452-F9E8-0106-C7D9-E0A0F57434C1}"/>
              </a:ext>
            </a:extLst>
          </p:cNvPr>
          <p:cNvPicPr>
            <a:picLocks noChangeAspect="1"/>
          </p:cNvPicPr>
          <p:nvPr/>
        </p:nvPicPr>
        <p:blipFill>
          <a:blip r:embed="rId2"/>
          <a:stretch>
            <a:fillRect/>
          </a:stretch>
        </p:blipFill>
        <p:spPr>
          <a:xfrm>
            <a:off x="395536" y="1479493"/>
            <a:ext cx="8291264" cy="3899013"/>
          </a:xfrm>
          <a:prstGeom prst="rect">
            <a:avLst/>
          </a:prstGeom>
        </p:spPr>
      </p:pic>
      <p:sp>
        <p:nvSpPr>
          <p:cNvPr id="5" name="TextBox 4">
            <a:extLst>
              <a:ext uri="{FF2B5EF4-FFF2-40B4-BE49-F238E27FC236}">
                <a16:creationId xmlns:a16="http://schemas.microsoft.com/office/drawing/2014/main" id="{B0AEAA22-F535-4A57-81AA-9479393BE4EB}"/>
              </a:ext>
            </a:extLst>
          </p:cNvPr>
          <p:cNvSpPr txBox="1"/>
          <p:nvPr/>
        </p:nvSpPr>
        <p:spPr>
          <a:xfrm>
            <a:off x="1979712" y="5877272"/>
            <a:ext cx="4756430" cy="646331"/>
          </a:xfrm>
          <a:prstGeom prst="rect">
            <a:avLst/>
          </a:prstGeom>
          <a:noFill/>
        </p:spPr>
        <p:txBody>
          <a:bodyPr wrap="none" rtlCol="0">
            <a:spAutoFit/>
          </a:bodyPr>
          <a:lstStyle/>
          <a:p>
            <a:r>
              <a:rPr lang="en-US" altLang="en-US" dirty="0">
                <a:latin typeface="Times New Roman" panose="02020603050405020304" pitchFamily="18" charset="0"/>
                <a:cs typeface="Times New Roman" panose="02020603050405020304" pitchFamily="18" charset="0"/>
              </a:rPr>
              <a:t>Ensured files are stored encrypted (not plaintext) </a:t>
            </a:r>
          </a:p>
          <a:p>
            <a:endParaRPr lang="en-IN" dirty="0"/>
          </a:p>
        </p:txBody>
      </p:sp>
    </p:spTree>
    <p:extLst>
      <p:ext uri="{BB962C8B-B14F-4D97-AF65-F5344CB8AC3E}">
        <p14:creationId xmlns:p14="http://schemas.microsoft.com/office/powerpoint/2010/main" val="2120748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DC10FDA0-09D0-9997-74C3-995D8F5E2FF4}"/>
              </a:ext>
            </a:extLst>
          </p:cNvPr>
          <p:cNvSpPr>
            <a:spLocks noGrp="1"/>
          </p:cNvSpPr>
          <p:nvPr>
            <p:ph type="title"/>
          </p:nvPr>
        </p:nvSpPr>
        <p:spPr>
          <a:xfrm>
            <a:off x="107950" y="160338"/>
            <a:ext cx="8229600" cy="1143000"/>
          </a:xfrm>
        </p:spPr>
        <p:txBody>
          <a:bodyPr/>
          <a:lstStyle/>
          <a:p>
            <a:r>
              <a:rPr lang="en-US" altLang="en-US" sz="2800" b="1">
                <a:latin typeface="Times New Roman" panose="02020603050405020304" pitchFamily="18" charset="0"/>
                <a:cs typeface="Times New Roman" panose="02020603050405020304" pitchFamily="18" charset="0"/>
              </a:rPr>
              <a:t>Results, Analysis &amp; Discussion</a:t>
            </a:r>
            <a:endParaRPr lang="en-IN" altLang="en-US" sz="2800" b="1">
              <a:latin typeface="Times New Roman" panose="02020603050405020304" pitchFamily="18" charset="0"/>
              <a:cs typeface="Times New Roman" panose="02020603050405020304" pitchFamily="18" charset="0"/>
            </a:endParaRPr>
          </a:p>
        </p:txBody>
      </p:sp>
      <p:sp>
        <p:nvSpPr>
          <p:cNvPr id="14339" name="Slide Number Placeholder 3">
            <a:extLst>
              <a:ext uri="{FF2B5EF4-FFF2-40B4-BE49-F238E27FC236}">
                <a16:creationId xmlns:a16="http://schemas.microsoft.com/office/drawing/2014/main" id="{F51F9FFC-638F-A195-65D6-C4547DCC866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B5BA5FAD-9DC9-432A-9642-0BA855700180}" type="slidenum">
              <a:rPr lang="en-IN" altLang="en-US" sz="1200">
                <a:solidFill>
                  <a:srgbClr val="898989"/>
                </a:solidFill>
              </a:rPr>
              <a:pPr>
                <a:spcBef>
                  <a:spcPct val="0"/>
                </a:spcBef>
                <a:buFontTx/>
                <a:buNone/>
              </a:pPr>
              <a:t>11</a:t>
            </a:fld>
            <a:endParaRPr lang="en-IN" altLang="en-US" sz="1200">
              <a:solidFill>
                <a:srgbClr val="898989"/>
              </a:solidFill>
            </a:endParaRPr>
          </a:p>
        </p:txBody>
      </p:sp>
      <p:pic>
        <p:nvPicPr>
          <p:cNvPr id="14341" name="Picture 8">
            <a:extLst>
              <a:ext uri="{FF2B5EF4-FFF2-40B4-BE49-F238E27FC236}">
                <a16:creationId xmlns:a16="http://schemas.microsoft.com/office/drawing/2014/main" id="{C0A045E9-963F-81BB-C16F-4B849F962C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730D4B7-FCE4-599F-B7DD-33542209F21E}"/>
              </a:ext>
            </a:extLst>
          </p:cNvPr>
          <p:cNvSpPr>
            <a:spLocks noChangeArrowheads="1"/>
          </p:cNvSpPr>
          <p:nvPr/>
        </p:nvSpPr>
        <p:spPr bwMode="auto">
          <a:xfrm>
            <a:off x="432296" y="567685"/>
            <a:ext cx="8028136" cy="6038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successfully performs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file sharing using encryption and blockchain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Files are stored in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encrypted form (MongoDB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GridFS</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not plaintext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 is allowed only when: </a:t>
            </a:r>
          </a:p>
          <a:p>
            <a:pPr marL="914400" lvl="1" indent="-457200">
              <a:lnSpc>
                <a:spcPct val="150000"/>
              </a:lnSpc>
              <a:buFont typeface="+mj-lt"/>
              <a:buAutoNum type="arabicPeriod"/>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attributes match policy </a:t>
            </a:r>
          </a:p>
          <a:p>
            <a:pPr marL="914400" lvl="1" indent="-457200">
              <a:lnSpc>
                <a:spcPct val="150000"/>
              </a:lnSpc>
              <a:buFont typeface="+mj-lt"/>
              <a:buAutoNum type="arabicPeriod"/>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Required approvals (4-of-7) are completed </a:t>
            </a:r>
          </a:p>
          <a:p>
            <a:pPr marL="914400" lvl="1" indent="-457200">
              <a:lnSpc>
                <a:spcPct val="150000"/>
              </a:lnSpc>
              <a:buFont typeface="+mj-lt"/>
              <a:buAutoNum type="arabicPeriod"/>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MetaMask verification is done </a:t>
            </a:r>
          </a:p>
          <a:p>
            <a:pPr marL="0" marR="0" lvl="0" indent="0" algn="l" defTabSz="914400" rtl="0" eaLnBrk="0" fontAlgn="base" latinLnBrk="0" hangingPunct="0">
              <a:lnSpc>
                <a:spcPct val="15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data confidentiality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Prevents unauthorized access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Eliminates single-point failure using decentralized approvals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751140-C723-E610-13EB-DAC4F3D62A61}"/>
              </a:ext>
            </a:extLst>
          </p:cNvPr>
          <p:cNvSpPr>
            <a:spLocks noGrp="1"/>
          </p:cNvSpPr>
          <p:nvPr>
            <p:ph type="sldNum" sz="quarter" idx="12"/>
          </p:nvPr>
        </p:nvSpPr>
        <p:spPr/>
        <p:txBody>
          <a:bodyPr/>
          <a:lstStyle/>
          <a:p>
            <a:fld id="{0BD8630F-A6E9-48EC-A19E-C86B250C9793}" type="slidenum">
              <a:rPr lang="en-IN" altLang="en-US" smtClean="0"/>
              <a:pPr/>
              <a:t>12</a:t>
            </a:fld>
            <a:endParaRPr lang="en-IN" altLang="en-US"/>
          </a:p>
        </p:txBody>
      </p:sp>
      <p:pic>
        <p:nvPicPr>
          <p:cNvPr id="4" name="Picture 3">
            <a:extLst>
              <a:ext uri="{FF2B5EF4-FFF2-40B4-BE49-F238E27FC236}">
                <a16:creationId xmlns:a16="http://schemas.microsoft.com/office/drawing/2014/main" id="{75D3229D-834C-0049-D9F5-AFAE3A4D7032}"/>
              </a:ext>
            </a:extLst>
          </p:cNvPr>
          <p:cNvPicPr>
            <a:picLocks noChangeAspect="1"/>
          </p:cNvPicPr>
          <p:nvPr/>
        </p:nvPicPr>
        <p:blipFill>
          <a:blip r:embed="rId2"/>
          <a:stretch>
            <a:fillRect/>
          </a:stretch>
        </p:blipFill>
        <p:spPr>
          <a:xfrm>
            <a:off x="827010" y="3631577"/>
            <a:ext cx="6555161" cy="3089898"/>
          </a:xfrm>
          <a:prstGeom prst="rect">
            <a:avLst/>
          </a:prstGeom>
        </p:spPr>
      </p:pic>
      <p:pic>
        <p:nvPicPr>
          <p:cNvPr id="6" name="Picture 5">
            <a:extLst>
              <a:ext uri="{FF2B5EF4-FFF2-40B4-BE49-F238E27FC236}">
                <a16:creationId xmlns:a16="http://schemas.microsoft.com/office/drawing/2014/main" id="{8F6ADD69-2D77-0DB3-8E9F-DDCE5BC841B2}"/>
              </a:ext>
            </a:extLst>
          </p:cNvPr>
          <p:cNvPicPr>
            <a:picLocks noChangeAspect="1"/>
          </p:cNvPicPr>
          <p:nvPr/>
        </p:nvPicPr>
        <p:blipFill>
          <a:blip r:embed="rId3"/>
          <a:stretch>
            <a:fillRect/>
          </a:stretch>
        </p:blipFill>
        <p:spPr>
          <a:xfrm>
            <a:off x="827584" y="166312"/>
            <a:ext cx="6539901" cy="3262688"/>
          </a:xfrm>
          <a:prstGeom prst="rect">
            <a:avLst/>
          </a:prstGeom>
        </p:spPr>
      </p:pic>
    </p:spTree>
    <p:extLst>
      <p:ext uri="{BB962C8B-B14F-4D97-AF65-F5344CB8AC3E}">
        <p14:creationId xmlns:p14="http://schemas.microsoft.com/office/powerpoint/2010/main" val="277257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5BFD35EF-9B4D-A9D0-FE44-5D2B2327B5FC}"/>
              </a:ext>
            </a:extLst>
          </p:cNvPr>
          <p:cNvSpPr>
            <a:spLocks noGrp="1"/>
          </p:cNvSpPr>
          <p:nvPr>
            <p:ph type="title"/>
          </p:nvPr>
        </p:nvSpPr>
        <p:spPr/>
        <p:txBody>
          <a:bodyPr/>
          <a:lstStyle/>
          <a:p>
            <a:r>
              <a:rPr lang="en-IN" altLang="en-US" b="1" dirty="0">
                <a:latin typeface="Times New Roman" panose="02020603050405020304" pitchFamily="18" charset="0"/>
                <a:cs typeface="Times New Roman" panose="02020603050405020304" pitchFamily="18" charset="0"/>
              </a:rPr>
              <a:t>Conclusion</a:t>
            </a:r>
          </a:p>
        </p:txBody>
      </p:sp>
      <p:sp>
        <p:nvSpPr>
          <p:cNvPr id="16387" name="Slide Number Placeholder 3">
            <a:extLst>
              <a:ext uri="{FF2B5EF4-FFF2-40B4-BE49-F238E27FC236}">
                <a16:creationId xmlns:a16="http://schemas.microsoft.com/office/drawing/2014/main" id="{0AD3E670-960A-6CD3-4F8D-2EF08DFFB6B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0D8F482-D9BD-495B-B0F7-BA421DE5BB40}" type="slidenum">
              <a:rPr lang="en-IN" altLang="en-US" sz="1200">
                <a:solidFill>
                  <a:srgbClr val="898989"/>
                </a:solidFill>
              </a:rPr>
              <a:pPr>
                <a:spcBef>
                  <a:spcPct val="0"/>
                </a:spcBef>
                <a:buFontTx/>
                <a:buNone/>
              </a:pPr>
              <a:t>13</a:t>
            </a:fld>
            <a:endParaRPr lang="en-IN" altLang="en-US" sz="1200">
              <a:solidFill>
                <a:srgbClr val="898989"/>
              </a:solidFill>
            </a:endParaRPr>
          </a:p>
        </p:txBody>
      </p:sp>
      <p:sp>
        <p:nvSpPr>
          <p:cNvPr id="16388" name="Rectangle 2">
            <a:extLst>
              <a:ext uri="{FF2B5EF4-FFF2-40B4-BE49-F238E27FC236}">
                <a16:creationId xmlns:a16="http://schemas.microsoft.com/office/drawing/2014/main" id="{836F0B13-CA19-95FE-5682-CD6D2E699D1D}"/>
              </a:ext>
            </a:extLst>
          </p:cNvPr>
          <p:cNvSpPr>
            <a:spLocks noChangeArrowheads="1"/>
          </p:cNvSpPr>
          <p:nvPr/>
        </p:nvSpPr>
        <p:spPr bwMode="auto">
          <a:xfrm>
            <a:off x="433120" y="1450430"/>
            <a:ext cx="7211144" cy="960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a:lnSpc>
                <a:spcPct val="150000"/>
              </a:lnSpc>
              <a:spcBef>
                <a:spcPct val="0"/>
              </a:spcBef>
              <a:buNone/>
            </a:pPr>
            <a:r>
              <a:rPr lang="en-US" altLang="en-US" sz="2000" b="1" dirty="0">
                <a:latin typeface="Times New Roman" panose="02020603050405020304" pitchFamily="18" charset="0"/>
                <a:cs typeface="Times New Roman" panose="02020603050405020304" pitchFamily="18" charset="0"/>
              </a:rPr>
              <a:t>Summary of project</a:t>
            </a:r>
          </a:p>
          <a:p>
            <a:pPr>
              <a:lnSpc>
                <a:spcPct val="150000"/>
              </a:lnSpc>
              <a:spcBef>
                <a:spcPct val="0"/>
              </a:spcBef>
              <a:buFont typeface="Wingdings" panose="05000000000000000000" pitchFamily="2" charset="2"/>
              <a:buChar char="ü"/>
            </a:pPr>
            <a:endParaRPr lang="en-US" altLang="en-US" sz="2000" b="1" dirty="0">
              <a:latin typeface="Times New Roman" panose="02020603050405020304" pitchFamily="18" charset="0"/>
              <a:cs typeface="Times New Roman" panose="02020603050405020304" pitchFamily="18" charset="0"/>
            </a:endParaRPr>
          </a:p>
        </p:txBody>
      </p:sp>
      <p:pic>
        <p:nvPicPr>
          <p:cNvPr id="16389" name="Picture 8">
            <a:extLst>
              <a:ext uri="{FF2B5EF4-FFF2-40B4-BE49-F238E27FC236}">
                <a16:creationId xmlns:a16="http://schemas.microsoft.com/office/drawing/2014/main" id="{367705C1-DAFC-06D6-8684-E68BD6F430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C65E3542-5E65-E074-6D25-5F5540F6E6E1}"/>
              </a:ext>
            </a:extLst>
          </p:cNvPr>
          <p:cNvSpPr>
            <a:spLocks noChangeArrowheads="1"/>
          </p:cNvSpPr>
          <p:nvPr/>
        </p:nvSpPr>
        <p:spPr bwMode="auto">
          <a:xfrm>
            <a:off x="642392" y="1545046"/>
            <a:ext cx="7859216"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project, we built a secure data sharing system using encryption and blockchain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Files are encrypted before storage, so data is always protected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 is controlled using user attributes, not just login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approvals (4 out of 7) are required before giving access .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full process works smoothly from upload to download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4EF44C-754E-11DE-17A8-A5E9826B98E6}"/>
              </a:ext>
            </a:extLst>
          </p:cNvPr>
          <p:cNvSpPr>
            <a:spLocks noGrp="1"/>
          </p:cNvSpPr>
          <p:nvPr>
            <p:ph type="sldNum" sz="quarter" idx="12"/>
          </p:nvPr>
        </p:nvSpPr>
        <p:spPr/>
        <p:txBody>
          <a:bodyPr/>
          <a:lstStyle/>
          <a:p>
            <a:fld id="{0BD8630F-A6E9-48EC-A19E-C86B250C9793}" type="slidenum">
              <a:rPr lang="en-IN" altLang="en-US" smtClean="0"/>
              <a:pPr/>
              <a:t>14</a:t>
            </a:fld>
            <a:endParaRPr lang="en-IN" altLang="en-US"/>
          </a:p>
        </p:txBody>
      </p:sp>
      <p:sp>
        <p:nvSpPr>
          <p:cNvPr id="6" name="TextBox 5">
            <a:extLst>
              <a:ext uri="{FF2B5EF4-FFF2-40B4-BE49-F238E27FC236}">
                <a16:creationId xmlns:a16="http://schemas.microsoft.com/office/drawing/2014/main" id="{5EE9B13E-10FE-DD86-385D-4B04255329B2}"/>
              </a:ext>
            </a:extLst>
          </p:cNvPr>
          <p:cNvSpPr txBox="1"/>
          <p:nvPr/>
        </p:nvSpPr>
        <p:spPr>
          <a:xfrm>
            <a:off x="323528" y="908720"/>
            <a:ext cx="3656770" cy="430887"/>
          </a:xfrm>
          <a:prstGeom prst="rect">
            <a:avLst/>
          </a:prstGeom>
          <a:noFill/>
        </p:spPr>
        <p:txBody>
          <a:bodyPr wrap="none" rtlCol="0">
            <a:spAutoFit/>
          </a:bodyPr>
          <a:lstStyle/>
          <a:p>
            <a:r>
              <a:rPr lang="en-IN" sz="2200" b="1" dirty="0">
                <a:latin typeface="Times New Roman" panose="02020603050405020304" pitchFamily="18" charset="0"/>
                <a:cs typeface="Times New Roman" panose="02020603050405020304" pitchFamily="18" charset="0"/>
              </a:rPr>
              <a:t>Expected Outcomes / Impact</a:t>
            </a:r>
          </a:p>
        </p:txBody>
      </p:sp>
      <p:sp>
        <p:nvSpPr>
          <p:cNvPr id="8" name="Rectangle 3">
            <a:extLst>
              <a:ext uri="{FF2B5EF4-FFF2-40B4-BE49-F238E27FC236}">
                <a16:creationId xmlns:a16="http://schemas.microsoft.com/office/drawing/2014/main" id="{BEE01828-7457-8F97-00A1-D6549A6CCC92}"/>
              </a:ext>
            </a:extLst>
          </p:cNvPr>
          <p:cNvSpPr>
            <a:spLocks noChangeArrowheads="1"/>
          </p:cNvSpPr>
          <p:nvPr/>
        </p:nvSpPr>
        <p:spPr bwMode="auto">
          <a:xfrm>
            <a:off x="677835" y="1112058"/>
            <a:ext cx="7831841" cy="3268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remains secure even if storage is accessed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the right users can access files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single person has full control, which improves trust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MetaMask adds an extra layer of user verification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system can be useful in areas like organizations, healthcare, and academic system </a:t>
            </a:r>
          </a:p>
        </p:txBody>
      </p:sp>
    </p:spTree>
    <p:extLst>
      <p:ext uri="{BB962C8B-B14F-4D97-AF65-F5344CB8AC3E}">
        <p14:creationId xmlns:p14="http://schemas.microsoft.com/office/powerpoint/2010/main" val="1406408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8CE9F4-B985-04B9-06CA-A4AE02BBCBDA}"/>
              </a:ext>
            </a:extLst>
          </p:cNvPr>
          <p:cNvSpPr>
            <a:spLocks noGrp="1"/>
          </p:cNvSpPr>
          <p:nvPr>
            <p:ph type="sldNum" sz="quarter" idx="12"/>
          </p:nvPr>
        </p:nvSpPr>
        <p:spPr/>
        <p:txBody>
          <a:bodyPr/>
          <a:lstStyle/>
          <a:p>
            <a:fld id="{0BD8630F-A6E9-48EC-A19E-C86B250C9793}" type="slidenum">
              <a:rPr lang="en-IN" altLang="en-US" smtClean="0"/>
              <a:pPr/>
              <a:t>15</a:t>
            </a:fld>
            <a:endParaRPr lang="en-IN" altLang="en-US"/>
          </a:p>
        </p:txBody>
      </p:sp>
      <p:sp>
        <p:nvSpPr>
          <p:cNvPr id="5" name="Rectangle 2">
            <a:extLst>
              <a:ext uri="{FF2B5EF4-FFF2-40B4-BE49-F238E27FC236}">
                <a16:creationId xmlns:a16="http://schemas.microsoft.com/office/drawing/2014/main" id="{1218400A-83D1-FCF9-07E0-6394660F8823}"/>
              </a:ext>
            </a:extLst>
          </p:cNvPr>
          <p:cNvSpPr>
            <a:spLocks noChangeArrowheads="1"/>
          </p:cNvSpPr>
          <p:nvPr/>
        </p:nvSpPr>
        <p:spPr bwMode="auto">
          <a:xfrm>
            <a:off x="323528" y="1124744"/>
            <a:ext cx="7831841" cy="4397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lvl="1" indent="-457200">
              <a:lnSpc>
                <a:spcPct val="150000"/>
              </a:lnSpc>
              <a:spcBef>
                <a:spcPts val="0"/>
              </a:spcBef>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The project successfully ensures </a:t>
            </a:r>
            <a:r>
              <a:rPr lang="en-US" sz="2000" b="1" dirty="0">
                <a:latin typeface="Times New Roman" panose="02020603050405020304" pitchFamily="18" charset="0"/>
                <a:cs typeface="Times New Roman" panose="02020603050405020304" pitchFamily="18" charset="0"/>
              </a:rPr>
              <a:t>confidentiality</a:t>
            </a:r>
            <a:r>
              <a:rPr lang="en-US" sz="2000" dirty="0">
                <a:latin typeface="Times New Roman" panose="02020603050405020304" pitchFamily="18" charset="0"/>
                <a:cs typeface="Times New Roman" panose="02020603050405020304" pitchFamily="18" charset="0"/>
              </a:rPr>
              <a:t> by encrypting every uploaded file using </a:t>
            </a:r>
            <a:r>
              <a:rPr lang="en-US" sz="2000" b="1" dirty="0">
                <a:latin typeface="Times New Roman" panose="02020603050405020304" pitchFamily="18" charset="0"/>
                <a:cs typeface="Times New Roman" panose="02020603050405020304" pitchFamily="18" charset="0"/>
              </a:rPr>
              <a:t>AES‑256</a:t>
            </a:r>
            <a:r>
              <a:rPr lang="en-US" sz="2000" dirty="0">
                <a:latin typeface="Times New Roman" panose="02020603050405020304" pitchFamily="18" charset="0"/>
                <a:cs typeface="Times New Roman" panose="02020603050405020304" pitchFamily="18" charset="0"/>
              </a:rPr>
              <a:t> before storage, keeping data protected at rest and during transfer.</a:t>
            </a:r>
          </a:p>
          <a:p>
            <a:pPr marL="914400" lvl="1" indent="-457200">
              <a:lnSpc>
                <a:spcPct val="150000"/>
              </a:lnSpc>
              <a:spcBef>
                <a:spcPts val="0"/>
              </a:spcBef>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It provides </a:t>
            </a:r>
            <a:r>
              <a:rPr lang="en-US" sz="2000" b="1" dirty="0">
                <a:latin typeface="Times New Roman" panose="02020603050405020304" pitchFamily="18" charset="0"/>
                <a:cs typeface="Times New Roman" panose="02020603050405020304" pitchFamily="18" charset="0"/>
              </a:rPr>
              <a:t>fine‑grained access control</a:t>
            </a:r>
            <a:r>
              <a:rPr lang="en-US" sz="2000" dirty="0">
                <a:latin typeface="Times New Roman" panose="02020603050405020304" pitchFamily="18" charset="0"/>
                <a:cs typeface="Times New Roman" panose="02020603050405020304" pitchFamily="18" charset="0"/>
              </a:rPr>
              <a:t> using </a:t>
            </a:r>
            <a:r>
              <a:rPr lang="en-US" sz="2000" b="1" dirty="0">
                <a:latin typeface="Times New Roman" panose="02020603050405020304" pitchFamily="18" charset="0"/>
                <a:cs typeface="Times New Roman" panose="02020603050405020304" pitchFamily="18" charset="0"/>
              </a:rPr>
              <a:t>attribute‑based policies (AND/OR rules)</a:t>
            </a:r>
            <a:r>
              <a:rPr lang="en-US" sz="2000" dirty="0">
                <a:latin typeface="Times New Roman" panose="02020603050405020304" pitchFamily="18" charset="0"/>
                <a:cs typeface="Times New Roman" panose="02020603050405020304" pitchFamily="18" charset="0"/>
              </a:rPr>
              <a:t>, so only users whose </a:t>
            </a:r>
            <a:r>
              <a:rPr lang="en-US" sz="2000" b="1" dirty="0">
                <a:latin typeface="Times New Roman" panose="02020603050405020304" pitchFamily="18" charset="0"/>
                <a:cs typeface="Times New Roman" panose="02020603050405020304" pitchFamily="18" charset="0"/>
              </a:rPr>
              <a:t>role, dept, and clearance</a:t>
            </a:r>
            <a:r>
              <a:rPr lang="en-US" sz="2000" dirty="0">
                <a:latin typeface="Times New Roman" panose="02020603050405020304" pitchFamily="18" charset="0"/>
                <a:cs typeface="Times New Roman" panose="02020603050405020304" pitchFamily="18" charset="0"/>
              </a:rPr>
              <a:t> satisfy the policy can decrypt the file.</a:t>
            </a:r>
          </a:p>
          <a:p>
            <a:pPr marL="914400" lvl="1" indent="-457200">
              <a:lnSpc>
                <a:spcPct val="150000"/>
              </a:lnSpc>
              <a:spcBef>
                <a:spcPts val="0"/>
              </a:spcBef>
              <a:spcAft>
                <a:spcPts val="800"/>
              </a:spcAft>
              <a:buFont typeface="+mj-lt"/>
              <a:buAutoNum type="arabicPeriod"/>
            </a:pPr>
            <a:r>
              <a:rPr lang="en-US" sz="2000" dirty="0">
                <a:latin typeface="Times New Roman" panose="02020603050405020304" pitchFamily="18" charset="0"/>
                <a:cs typeface="Times New Roman" panose="02020603050405020304" pitchFamily="18" charset="0"/>
              </a:rPr>
              <a:t>It enforces </a:t>
            </a:r>
            <a:r>
              <a:rPr lang="en-US" sz="2000" b="1" dirty="0">
                <a:latin typeface="Times New Roman" panose="02020603050405020304" pitchFamily="18" charset="0"/>
                <a:cs typeface="Times New Roman" panose="02020603050405020304" pitchFamily="18" charset="0"/>
              </a:rPr>
              <a:t>decentralized control</a:t>
            </a:r>
            <a:r>
              <a:rPr lang="en-US" sz="2000" dirty="0">
                <a:latin typeface="Times New Roman" panose="02020603050405020304" pitchFamily="18" charset="0"/>
                <a:cs typeface="Times New Roman" panose="02020603050405020304" pitchFamily="18" charset="0"/>
              </a:rPr>
              <a:t> by requiring </a:t>
            </a:r>
            <a:r>
              <a:rPr lang="en-US" sz="2000" b="1" dirty="0">
                <a:latin typeface="Times New Roman" panose="02020603050405020304" pitchFamily="18" charset="0"/>
                <a:cs typeface="Times New Roman" panose="02020603050405020304" pitchFamily="18" charset="0"/>
              </a:rPr>
              <a:t>blockchain threshold approvals (4‑of‑7 authorities)</a:t>
            </a:r>
            <a:r>
              <a:rPr lang="en-US" sz="2000" dirty="0">
                <a:latin typeface="Times New Roman" panose="02020603050405020304" pitchFamily="18" charset="0"/>
                <a:cs typeface="Times New Roman" panose="02020603050405020304" pitchFamily="18" charset="0"/>
              </a:rPr>
              <a:t> before decryption, preventing any single party from granting access alone.</a:t>
            </a:r>
          </a:p>
        </p:txBody>
      </p:sp>
      <p:sp>
        <p:nvSpPr>
          <p:cNvPr id="3" name="Title 1">
            <a:extLst>
              <a:ext uri="{FF2B5EF4-FFF2-40B4-BE49-F238E27FC236}">
                <a16:creationId xmlns:a16="http://schemas.microsoft.com/office/drawing/2014/main" id="{AFD5D34A-BB4D-5310-F430-4A1CEC17BF76}"/>
              </a:ext>
            </a:extLst>
          </p:cNvPr>
          <p:cNvSpPr txBox="1">
            <a:spLocks/>
          </p:cNvSpPr>
          <p:nvPr/>
        </p:nvSpPr>
        <p:spPr>
          <a:xfrm>
            <a:off x="457200" y="274638"/>
            <a:ext cx="8229600" cy="1143000"/>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r>
              <a:rPr lang="en-IN" altLang="en-US" b="1">
                <a:latin typeface="Times New Roman" panose="02020603050405020304" pitchFamily="18" charset="0"/>
                <a:cs typeface="Times New Roman" panose="02020603050405020304" pitchFamily="18" charset="0"/>
              </a:rPr>
              <a:t>Conclusion</a:t>
            </a:r>
            <a:endParaRPr lang="en-IN"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5088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a:extLst>
              <a:ext uri="{FF2B5EF4-FFF2-40B4-BE49-F238E27FC236}">
                <a16:creationId xmlns:a16="http://schemas.microsoft.com/office/drawing/2014/main" id="{31CD55B2-6005-B446-66C5-8AA133332546}"/>
              </a:ext>
            </a:extLst>
          </p:cNvPr>
          <p:cNvSpPr>
            <a:spLocks noChangeArrowheads="1"/>
          </p:cNvSpPr>
          <p:nvPr/>
        </p:nvSpPr>
        <p:spPr bwMode="auto">
          <a:xfrm>
            <a:off x="3711575" y="269875"/>
            <a:ext cx="1614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latin typeface="Times New Roman" panose="02020603050405020304" pitchFamily="18" charset="0"/>
                <a:cs typeface="Times New Roman" panose="02020603050405020304" pitchFamily="18" charset="0"/>
              </a:rPr>
              <a:t>References</a:t>
            </a:r>
            <a:endParaRPr lang="en-IN" altLang="en-US" sz="2400" b="1">
              <a:latin typeface="Times New Roman" panose="02020603050405020304" pitchFamily="18" charset="0"/>
              <a:cs typeface="Times New Roman" panose="02020603050405020304" pitchFamily="18" charset="0"/>
            </a:endParaRPr>
          </a:p>
        </p:txBody>
      </p:sp>
      <p:pic>
        <p:nvPicPr>
          <p:cNvPr id="18436" name="Picture 8">
            <a:extLst>
              <a:ext uri="{FF2B5EF4-FFF2-40B4-BE49-F238E27FC236}">
                <a16:creationId xmlns:a16="http://schemas.microsoft.com/office/drawing/2014/main" id="{8CC84B11-E79D-59BF-52DE-BC3923776F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5389" b="25044"/>
          <a:stretch>
            <a:fillRect/>
          </a:stretch>
        </p:blipFill>
        <p:spPr bwMode="auto">
          <a:xfrm>
            <a:off x="7315200" y="0"/>
            <a:ext cx="1828800"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BB0F450B-EB30-0911-0E62-90769C073793}"/>
              </a:ext>
            </a:extLst>
          </p:cNvPr>
          <p:cNvSpPr>
            <a:spLocks noChangeArrowheads="1"/>
          </p:cNvSpPr>
          <p:nvPr/>
        </p:nvSpPr>
        <p:spPr bwMode="auto">
          <a:xfrm>
            <a:off x="179388" y="873125"/>
            <a:ext cx="8929687"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None/>
            </a:pPr>
            <a:r>
              <a:rPr lang="en-IN" altLang="en-US" sz="2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Li, M., Yu, S., Zheng, Y., Ren, K., &amp; Lou, W. (2012). Scalable and secure sharing of personal health records in cloud computing using Attribute-Based Encryption. </a:t>
            </a:r>
            <a:r>
              <a:rPr lang="en-US" sz="2000" i="1" dirty="0">
                <a:latin typeface="Times New Roman" panose="02020603050405020304" pitchFamily="18" charset="0"/>
                <a:cs typeface="Times New Roman" panose="02020603050405020304" pitchFamily="18" charset="0"/>
              </a:rPr>
              <a:t>IEEE Transactions on Parallel and Distributed Systems</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24</a:t>
            </a:r>
            <a:r>
              <a:rPr lang="en-US" sz="2000" dirty="0">
                <a:latin typeface="Times New Roman" panose="02020603050405020304" pitchFamily="18" charset="0"/>
                <a:cs typeface="Times New Roman" panose="02020603050405020304" pitchFamily="18" charset="0"/>
              </a:rPr>
              <a:t>(1), 131–143. https://doi.org/10.1109/tpds.2012.97</a:t>
            </a:r>
            <a:endParaRPr lang="en-IN" altLang="en-US" sz="1400" dirty="0">
              <a:latin typeface="Times New Roman" panose="02020603050405020304" pitchFamily="18" charset="0"/>
              <a:cs typeface="Times New Roman" panose="02020603050405020304" pitchFamily="18" charset="0"/>
            </a:endParaRPr>
          </a:p>
          <a:p>
            <a:pPr>
              <a:buNone/>
            </a:pPr>
            <a:r>
              <a:rPr lang="en-IN" altLang="en-US" sz="2000" dirty="0">
                <a:latin typeface="Times New Roman" panose="02020603050405020304" pitchFamily="18" charset="0"/>
                <a:cs typeface="Times New Roman" panose="02020603050405020304" pitchFamily="18" charset="0"/>
              </a:rPr>
              <a:t>[2] </a:t>
            </a:r>
            <a:r>
              <a:rPr lang="en-US" sz="2000" dirty="0" err="1"/>
              <a:t>Gajmal</a:t>
            </a:r>
            <a:r>
              <a:rPr lang="en-US" sz="2000" dirty="0"/>
              <a:t>, Y., More, P., Jagtap, A., &amp; Kale, K. (2024). Access control and data sharing mechanism in decentralized cloud using blockchain technology. </a:t>
            </a:r>
            <a:r>
              <a:rPr lang="en-US" sz="2000" i="1" dirty="0"/>
              <a:t>Journal of Autonomous Intelligence</a:t>
            </a:r>
            <a:r>
              <a:rPr lang="en-US" sz="2000" dirty="0"/>
              <a:t>, </a:t>
            </a:r>
            <a:r>
              <a:rPr lang="en-US" sz="2000" i="1" dirty="0"/>
              <a:t>7</a:t>
            </a:r>
            <a:r>
              <a:rPr lang="en-US" sz="2000" dirty="0"/>
              <a:t>(3). https://doi.org/10.32629/jai.v7i3.1332</a:t>
            </a:r>
          </a:p>
          <a:p>
            <a:pPr>
              <a:buNone/>
            </a:pPr>
            <a:r>
              <a:rPr lang="en-IN" altLang="en-US" sz="2000" dirty="0">
                <a:latin typeface="Times New Roman" panose="02020603050405020304" pitchFamily="18" charset="0"/>
                <a:cs typeface="Times New Roman" panose="02020603050405020304" pitchFamily="18" charset="0"/>
              </a:rPr>
              <a:t>[3] </a:t>
            </a:r>
            <a:r>
              <a:rPr lang="en-US" sz="2000" dirty="0"/>
              <a:t>Hwang, Y., Kim, S., Seo, D., &amp; Lee, I. (2022). An SKP-ABE scheme for secure and efficient data sharing in cloud environments. </a:t>
            </a:r>
            <a:r>
              <a:rPr lang="en-US" sz="2000" i="1" dirty="0"/>
              <a:t>Wireless Communications and Mobile Computing</a:t>
            </a:r>
            <a:r>
              <a:rPr lang="en-US" sz="2000" dirty="0"/>
              <a:t>, </a:t>
            </a:r>
            <a:r>
              <a:rPr lang="en-US" sz="2000" i="1" dirty="0"/>
              <a:t>2022</a:t>
            </a:r>
            <a:r>
              <a:rPr lang="en-US" sz="2000" dirty="0"/>
              <a:t>, 1–17. https://doi.org/10.1155/2022/1384405</a:t>
            </a:r>
          </a:p>
          <a:p>
            <a:pPr>
              <a:buNone/>
            </a:pPr>
            <a:r>
              <a:rPr lang="en-IN" altLang="en-US" sz="2000" dirty="0">
                <a:latin typeface="Times New Roman" panose="02020603050405020304" pitchFamily="18" charset="0"/>
                <a:cs typeface="Times New Roman" panose="02020603050405020304" pitchFamily="18" charset="0"/>
              </a:rPr>
              <a:t>[4] </a:t>
            </a:r>
            <a:r>
              <a:rPr lang="en-US" sz="2000" dirty="0" err="1"/>
              <a:t>Ghoubach</a:t>
            </a:r>
            <a:r>
              <a:rPr lang="en-US" sz="2000" dirty="0"/>
              <a:t>, I. E., </a:t>
            </a:r>
            <a:r>
              <a:rPr lang="en-US" sz="2000" dirty="0" err="1"/>
              <a:t>Benabbou</a:t>
            </a:r>
            <a:r>
              <a:rPr lang="en-US" sz="2000" dirty="0"/>
              <a:t>, R., &amp; </a:t>
            </a:r>
            <a:r>
              <a:rPr lang="en-US" sz="2000" dirty="0" err="1"/>
              <a:t>Mrabti</a:t>
            </a:r>
            <a:r>
              <a:rPr lang="en-US" sz="2000" dirty="0"/>
              <a:t>, F. (2016). FP2E: Flexible, effective and privacy preserving cloud data sharing scheme. </a:t>
            </a:r>
            <a:r>
              <a:rPr lang="en-US" sz="2000" i="1" dirty="0"/>
              <a:t>Cloud</a:t>
            </a:r>
            <a:r>
              <a:rPr lang="en-US" sz="2000" dirty="0"/>
              <a:t>, 7–12. https://doi.org/10.1109/cloudtech.2016.7847691</a:t>
            </a:r>
          </a:p>
          <a:p>
            <a:pPr>
              <a:buNone/>
            </a:pPr>
            <a:r>
              <a:rPr lang="en-US" altLang="en-US" sz="2000" dirty="0">
                <a:latin typeface="Times New Roman" panose="02020603050405020304" pitchFamily="18" charset="0"/>
                <a:cs typeface="Times New Roman" panose="02020603050405020304" pitchFamily="18" charset="0"/>
              </a:rPr>
              <a:t>[5] Zhao, M., Chen, H., Yao, Y. et al. Lattice-based ABE with multi-ciphertext equality test in cloud computing. J. King Saud Univ. </a:t>
            </a:r>
            <a:r>
              <a:rPr lang="en-US" altLang="en-US" sz="2000" dirty="0" err="1">
                <a:latin typeface="Times New Roman" panose="02020603050405020304" pitchFamily="18" charset="0"/>
                <a:cs typeface="Times New Roman" panose="02020603050405020304" pitchFamily="18" charset="0"/>
              </a:rPr>
              <a:t>Comput</a:t>
            </a:r>
            <a:r>
              <a:rPr lang="en-US" altLang="en-US" sz="2000" dirty="0">
                <a:latin typeface="Times New Roman" panose="02020603050405020304" pitchFamily="18" charset="0"/>
                <a:cs typeface="Times New Roman" panose="02020603050405020304" pitchFamily="18" charset="0"/>
              </a:rPr>
              <a:t>. Inf. Sci. 37, 38 (2025). https://doi.org/10.1007/s44443-025-00047-w </a:t>
            </a:r>
            <a:endParaRPr lang="en-IN"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6582</TotalTime>
  <Words>1214</Words>
  <Application>Microsoft Office PowerPoint</Application>
  <PresentationFormat>On-screen Show (4:3)</PresentationFormat>
  <Paragraphs>124</Paragraphs>
  <Slides>16</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16</vt:i4>
      </vt:variant>
    </vt:vector>
  </HeadingPairs>
  <TitlesOfParts>
    <vt:vector size="23" baseType="lpstr">
      <vt:lpstr>Arial</vt:lpstr>
      <vt:lpstr>Calibri</vt:lpstr>
      <vt:lpstr>Times New Roman</vt:lpstr>
      <vt:lpstr>Wingdings</vt:lpstr>
      <vt:lpstr>Office Theme</vt:lpstr>
      <vt:lpstr>1_Office Theme</vt:lpstr>
      <vt:lpstr>2_Office Theme</vt:lpstr>
      <vt:lpstr>Capstone Project – Final:  Review – 2 on Secure Data Sharing in Cloud Using Attribute-Based Encryption (ABE)</vt:lpstr>
      <vt:lpstr>CONTENTS</vt:lpstr>
      <vt:lpstr>Problem Statement</vt:lpstr>
      <vt:lpstr>Objectives</vt:lpstr>
      <vt:lpstr>Design Strategy</vt:lpstr>
      <vt:lpstr>Feedback from Guide/Reviewers and actions taken after Capstone Project Final Review–1</vt:lpstr>
      <vt:lpstr>PowerPoint Presentation</vt:lpstr>
      <vt:lpstr>Testing Strategy &amp; Validation</vt:lpstr>
      <vt:lpstr>PowerPoint Presentation</vt:lpstr>
      <vt:lpstr>PowerPoint Presentation</vt:lpstr>
      <vt:lpstr>Results, Analysis &amp; Discussion</vt:lpstr>
      <vt:lpstr>PowerPoint Presentation</vt:lpstr>
      <vt:lpstr>Conclusion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Patan Ahammad sahid</cp:lastModifiedBy>
  <cp:revision>46</cp:revision>
  <dcterms:created xsi:type="dcterms:W3CDTF">2024-09-06T03:49:57Z</dcterms:created>
  <dcterms:modified xsi:type="dcterms:W3CDTF">2026-03-27T11:39:11Z</dcterms:modified>
</cp:coreProperties>
</file>